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The Seasons Bold" charset="1" panose="00000000000000000000"/>
      <p:regular r:id="rId10"/>
    </p:embeddedFont>
    <p:embeddedFont>
      <p:font typeface="Glacial Indifference" charset="1" panose="00000000000000000000"/>
      <p:regular r:id="rId11"/>
    </p:embeddedFont>
    <p:embeddedFont>
      <p:font typeface="Kingred Modern" charset="1" panose="00000000000000000000"/>
      <p:regular r:id="rId12"/>
    </p:embeddedFont>
    <p:embeddedFont>
      <p:font typeface="Open Sans Bold" charset="1" panose="020B0806030504020204"/>
      <p:regular r:id="rId13"/>
    </p:embeddedFont>
    <p:embeddedFont>
      <p:font typeface="League Spartan" charset="1" panose="00000800000000000000"/>
      <p:regular r:id="rId14"/>
    </p:embeddedFont>
    <p:embeddedFont>
      <p:font typeface="Glacial Indifference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C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321332" y="2766716"/>
            <a:ext cx="7204671" cy="5789936"/>
          </a:xfrm>
          <a:custGeom>
            <a:avLst/>
            <a:gdLst/>
            <a:ahLst/>
            <a:cxnLst/>
            <a:rect r="r" b="b" t="t" l="l"/>
            <a:pathLst>
              <a:path h="5789936" w="7204671">
                <a:moveTo>
                  <a:pt x="7204671" y="5789936"/>
                </a:moveTo>
                <a:lnTo>
                  <a:pt x="0" y="5789936"/>
                </a:lnTo>
                <a:lnTo>
                  <a:pt x="0" y="0"/>
                </a:lnTo>
                <a:lnTo>
                  <a:pt x="7204671" y="0"/>
                </a:lnTo>
                <a:lnTo>
                  <a:pt x="7204671" y="57899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1312" y="1460929"/>
            <a:ext cx="14065377" cy="7365143"/>
          </a:xfrm>
          <a:custGeom>
            <a:avLst/>
            <a:gdLst/>
            <a:ahLst/>
            <a:cxnLst/>
            <a:rect r="r" b="b" t="t" l="l"/>
            <a:pathLst>
              <a:path h="7365143" w="14065377">
                <a:moveTo>
                  <a:pt x="0" y="0"/>
                </a:moveTo>
                <a:lnTo>
                  <a:pt x="14065376" y="0"/>
                </a:lnTo>
                <a:lnTo>
                  <a:pt x="14065376" y="7365142"/>
                </a:lnTo>
                <a:lnTo>
                  <a:pt x="0" y="7365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64291" y="1872768"/>
            <a:ext cx="1359417" cy="2679855"/>
          </a:xfrm>
          <a:custGeom>
            <a:avLst/>
            <a:gdLst/>
            <a:ahLst/>
            <a:cxnLst/>
            <a:rect r="r" b="b" t="t" l="l"/>
            <a:pathLst>
              <a:path h="2679855" w="1359417">
                <a:moveTo>
                  <a:pt x="0" y="0"/>
                </a:moveTo>
                <a:lnTo>
                  <a:pt x="1359418" y="0"/>
                </a:lnTo>
                <a:lnTo>
                  <a:pt x="1359418" y="2679855"/>
                </a:lnTo>
                <a:lnTo>
                  <a:pt x="0" y="26798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648895" y="1028700"/>
            <a:ext cx="3610405" cy="2901452"/>
          </a:xfrm>
          <a:custGeom>
            <a:avLst/>
            <a:gdLst/>
            <a:ahLst/>
            <a:cxnLst/>
            <a:rect r="r" b="b" t="t" l="l"/>
            <a:pathLst>
              <a:path h="2901452" w="3610405">
                <a:moveTo>
                  <a:pt x="3610405" y="0"/>
                </a:moveTo>
                <a:lnTo>
                  <a:pt x="0" y="0"/>
                </a:lnTo>
                <a:lnTo>
                  <a:pt x="0" y="2901452"/>
                </a:lnTo>
                <a:lnTo>
                  <a:pt x="3610405" y="2901452"/>
                </a:lnTo>
                <a:lnTo>
                  <a:pt x="361040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50543" y="6273193"/>
            <a:ext cx="9186915" cy="899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 b="true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STUDIO FANTASY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50543" y="7143765"/>
            <a:ext cx="9186915" cy="49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BELLEZA A TU RITMO Y SIN BARRERAS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10071" y="4327908"/>
            <a:ext cx="10067858" cy="220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8"/>
              </a:lnSpc>
            </a:pPr>
            <a:r>
              <a:rPr lang="en-US" sz="12799">
                <a:solidFill>
                  <a:srgbClr val="FFFFFF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NICOLETT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23668" y="7746410"/>
            <a:ext cx="11050292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INTEGRANTES:FELIPE ACUÑA,FELIPE GALLEGOS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SECCION: 302D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DOCENTE:CRISTAN MORENO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C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25185" y="-369428"/>
            <a:ext cx="5427613" cy="10770098"/>
            <a:chOff x="0" y="0"/>
            <a:chExt cx="1429495" cy="28365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9495" cy="2836569"/>
            </a:xfrm>
            <a:custGeom>
              <a:avLst/>
              <a:gdLst/>
              <a:ahLst/>
              <a:cxnLst/>
              <a:rect r="r" b="b" t="t" l="l"/>
              <a:pathLst>
                <a:path h="2836569" w="1429495">
                  <a:moveTo>
                    <a:pt x="0" y="0"/>
                  </a:moveTo>
                  <a:lnTo>
                    <a:pt x="1429495" y="0"/>
                  </a:lnTo>
                  <a:lnTo>
                    <a:pt x="1429495" y="2836569"/>
                  </a:lnTo>
                  <a:lnTo>
                    <a:pt x="0" y="2836569"/>
                  </a:lnTo>
                  <a:close/>
                </a:path>
              </a:pathLst>
            </a:custGeom>
            <a:solidFill>
              <a:srgbClr val="282C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29495" cy="2874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365982"/>
            <a:ext cx="6485437" cy="7782375"/>
            <a:chOff x="0" y="0"/>
            <a:chExt cx="11062970" cy="13275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62970" cy="13275311"/>
            </a:xfrm>
            <a:custGeom>
              <a:avLst/>
              <a:gdLst/>
              <a:ahLst/>
              <a:cxnLst/>
              <a:rect r="r" b="b" t="t" l="l"/>
              <a:pathLst>
                <a:path h="13275311" w="11062970">
                  <a:moveTo>
                    <a:pt x="6649720" y="0"/>
                  </a:moveTo>
                  <a:lnTo>
                    <a:pt x="11062970" y="0"/>
                  </a:lnTo>
                  <a:lnTo>
                    <a:pt x="11062970" y="13275311"/>
                  </a:lnTo>
                  <a:lnTo>
                    <a:pt x="0" y="13275311"/>
                  </a:lnTo>
                  <a:lnTo>
                    <a:pt x="0" y="6649720"/>
                  </a:lnTo>
                  <a:cubicBezTo>
                    <a:pt x="0" y="2976880"/>
                    <a:pt x="2976880" y="0"/>
                    <a:pt x="6649720" y="0"/>
                  </a:cubicBezTo>
                  <a:close/>
                </a:path>
              </a:pathLst>
            </a:custGeom>
            <a:blipFill>
              <a:blip r:embed="rId2"/>
              <a:stretch>
                <a:fillRect l="-10835" t="0" r="-10835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776813" y="3751612"/>
            <a:ext cx="9482487" cy="5668580"/>
            <a:chOff x="0" y="0"/>
            <a:chExt cx="2497445" cy="14929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97445" cy="1492959"/>
            </a:xfrm>
            <a:custGeom>
              <a:avLst/>
              <a:gdLst/>
              <a:ahLst/>
              <a:cxnLst/>
              <a:rect r="r" b="b" t="t" l="l"/>
              <a:pathLst>
                <a:path h="1492959" w="2497445">
                  <a:moveTo>
                    <a:pt x="41639" y="0"/>
                  </a:moveTo>
                  <a:lnTo>
                    <a:pt x="2455807" y="0"/>
                  </a:lnTo>
                  <a:cubicBezTo>
                    <a:pt x="2466850" y="0"/>
                    <a:pt x="2477441" y="4387"/>
                    <a:pt x="2485250" y="12196"/>
                  </a:cubicBezTo>
                  <a:cubicBezTo>
                    <a:pt x="2493058" y="20004"/>
                    <a:pt x="2497445" y="30595"/>
                    <a:pt x="2497445" y="41639"/>
                  </a:cubicBezTo>
                  <a:lnTo>
                    <a:pt x="2497445" y="1451321"/>
                  </a:lnTo>
                  <a:cubicBezTo>
                    <a:pt x="2497445" y="1462364"/>
                    <a:pt x="2493058" y="1472955"/>
                    <a:pt x="2485250" y="1480764"/>
                  </a:cubicBezTo>
                  <a:cubicBezTo>
                    <a:pt x="2477441" y="1488573"/>
                    <a:pt x="2466850" y="1492959"/>
                    <a:pt x="2455807" y="1492959"/>
                  </a:cubicBezTo>
                  <a:lnTo>
                    <a:pt x="41639" y="1492959"/>
                  </a:lnTo>
                  <a:cubicBezTo>
                    <a:pt x="18642" y="1492959"/>
                    <a:pt x="0" y="1474317"/>
                    <a:pt x="0" y="1451321"/>
                  </a:cubicBezTo>
                  <a:lnTo>
                    <a:pt x="0" y="41639"/>
                  </a:lnTo>
                  <a:cubicBezTo>
                    <a:pt x="0" y="30595"/>
                    <a:pt x="4387" y="20004"/>
                    <a:pt x="12196" y="12196"/>
                  </a:cubicBezTo>
                  <a:cubicBezTo>
                    <a:pt x="20004" y="4387"/>
                    <a:pt x="30595" y="0"/>
                    <a:pt x="41639" y="0"/>
                  </a:cubicBezTo>
                  <a:close/>
                </a:path>
              </a:pathLst>
            </a:custGeom>
            <a:solidFill>
              <a:srgbClr val="282C3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97445" cy="1531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067191" y="3784917"/>
            <a:ext cx="8901731" cy="550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Nicolett Studio Fantasy es un centro de belleza ubicado en buin, actualmente busca mejorar su calidad de atencion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67191" y="1634205"/>
            <a:ext cx="8751638" cy="123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7"/>
              </a:lnSpc>
            </a:pPr>
            <a:r>
              <a:rPr lang="en-US" sz="7233">
                <a:solidFill>
                  <a:srgbClr val="282C3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Contexto del caso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279787" cy="10287000"/>
            <a:chOff x="0" y="0"/>
            <a:chExt cx="112718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718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27187">
                  <a:moveTo>
                    <a:pt x="0" y="0"/>
                  </a:moveTo>
                  <a:lnTo>
                    <a:pt x="1127187" y="0"/>
                  </a:lnTo>
                  <a:lnTo>
                    <a:pt x="112718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C0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2718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79724" y="1028700"/>
            <a:ext cx="3707932" cy="8229600"/>
            <a:chOff x="0" y="0"/>
            <a:chExt cx="2858770" cy="6344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23935" t="0" r="-23935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7375613" y="3367057"/>
            <a:ext cx="7051297" cy="1009830"/>
            <a:chOff x="0" y="0"/>
            <a:chExt cx="283775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37753" cy="406400"/>
            </a:xfrm>
            <a:custGeom>
              <a:avLst/>
              <a:gdLst/>
              <a:ahLst/>
              <a:cxnLst/>
              <a:rect r="r" b="b" t="t" l="l"/>
              <a:pathLst>
                <a:path h="406400" w="2837753">
                  <a:moveTo>
                    <a:pt x="2634553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634553" y="406400"/>
                  </a:lnTo>
                  <a:lnTo>
                    <a:pt x="2837753" y="203200"/>
                  </a:lnTo>
                  <a:lnTo>
                    <a:pt x="2634553" y="0"/>
                  </a:lnTo>
                  <a:close/>
                </a:path>
              </a:pathLst>
            </a:custGeom>
            <a:solidFill>
              <a:srgbClr val="FAC0C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2345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7375613" y="4587413"/>
            <a:ext cx="6896844" cy="1009830"/>
            <a:chOff x="0" y="0"/>
            <a:chExt cx="2775595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75595" cy="406400"/>
            </a:xfrm>
            <a:custGeom>
              <a:avLst/>
              <a:gdLst/>
              <a:ahLst/>
              <a:cxnLst/>
              <a:rect r="r" b="b" t="t" l="l"/>
              <a:pathLst>
                <a:path h="406400" w="2775595">
                  <a:moveTo>
                    <a:pt x="2572395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572395" y="406400"/>
                  </a:lnTo>
                  <a:lnTo>
                    <a:pt x="2775595" y="203200"/>
                  </a:lnTo>
                  <a:lnTo>
                    <a:pt x="2572395" y="0"/>
                  </a:lnTo>
                  <a:close/>
                </a:path>
              </a:pathLst>
            </a:custGeom>
            <a:solidFill>
              <a:srgbClr val="FAC0C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66129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7375613" y="5807765"/>
            <a:ext cx="5902231" cy="1009830"/>
            <a:chOff x="0" y="0"/>
            <a:chExt cx="2375318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5318" cy="406400"/>
            </a:xfrm>
            <a:custGeom>
              <a:avLst/>
              <a:gdLst/>
              <a:ahLst/>
              <a:cxnLst/>
              <a:rect r="r" b="b" t="t" l="l"/>
              <a:pathLst>
                <a:path h="406400" w="2375318">
                  <a:moveTo>
                    <a:pt x="2172118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172118" y="406400"/>
                  </a:lnTo>
                  <a:lnTo>
                    <a:pt x="2375318" y="203200"/>
                  </a:lnTo>
                  <a:lnTo>
                    <a:pt x="2172118" y="0"/>
                  </a:lnTo>
                  <a:close/>
                </a:path>
              </a:pathLst>
            </a:custGeom>
            <a:solidFill>
              <a:srgbClr val="FAC0C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1018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7375613" y="7028118"/>
            <a:ext cx="5674891" cy="1009830"/>
            <a:chOff x="0" y="0"/>
            <a:chExt cx="2283827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83827" cy="406400"/>
            </a:xfrm>
            <a:custGeom>
              <a:avLst/>
              <a:gdLst/>
              <a:ahLst/>
              <a:cxnLst/>
              <a:rect r="r" b="b" t="t" l="l"/>
              <a:pathLst>
                <a:path h="406400" w="2283827">
                  <a:moveTo>
                    <a:pt x="2080627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080627" y="406400"/>
                  </a:lnTo>
                  <a:lnTo>
                    <a:pt x="2283827" y="203200"/>
                  </a:lnTo>
                  <a:lnTo>
                    <a:pt x="2080627" y="0"/>
                  </a:lnTo>
                  <a:close/>
                </a:path>
              </a:pathLst>
            </a:custGeom>
            <a:solidFill>
              <a:srgbClr val="FAC0C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6952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10800000">
            <a:off x="7375613" y="8248470"/>
            <a:ext cx="7051297" cy="1009830"/>
            <a:chOff x="0" y="0"/>
            <a:chExt cx="2837753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37753" cy="406400"/>
            </a:xfrm>
            <a:custGeom>
              <a:avLst/>
              <a:gdLst/>
              <a:ahLst/>
              <a:cxnLst/>
              <a:rect r="r" b="b" t="t" l="l"/>
              <a:pathLst>
                <a:path h="406400" w="2837753">
                  <a:moveTo>
                    <a:pt x="2634553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634553" y="406400"/>
                  </a:lnTo>
                  <a:lnTo>
                    <a:pt x="2837753" y="203200"/>
                  </a:lnTo>
                  <a:lnTo>
                    <a:pt x="2634553" y="0"/>
                  </a:lnTo>
                  <a:close/>
                </a:path>
              </a:pathLst>
            </a:custGeom>
            <a:solidFill>
              <a:srgbClr val="FAC0C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72345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473456" y="970229"/>
            <a:ext cx="8170779" cy="194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1"/>
              </a:lnSpc>
            </a:pPr>
            <a:r>
              <a:rPr lang="en-US" sz="7833">
                <a:solidFill>
                  <a:srgbClr val="FAC0C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Planteamiento del problema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30081" y="3490615"/>
            <a:ext cx="8969380" cy="6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4"/>
              </a:lnSpc>
            </a:pPr>
            <a:r>
              <a:rPr lang="en-US" sz="3888" b="true">
                <a:solidFill>
                  <a:srgbClr val="282C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AGENDAMIENTO MANUAL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30081" y="4710971"/>
            <a:ext cx="6042377" cy="6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4"/>
              </a:lnSpc>
            </a:pPr>
            <a:r>
              <a:rPr lang="en-US" sz="3888" b="true">
                <a:solidFill>
                  <a:srgbClr val="282C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INFORMACION DISPERSA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30081" y="5931323"/>
            <a:ext cx="5047764" cy="6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4"/>
              </a:lnSpc>
            </a:pPr>
            <a:r>
              <a:rPr lang="en-US" sz="3888" b="true">
                <a:solidFill>
                  <a:srgbClr val="282C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POCA FIDELIZACION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30081" y="7151676"/>
            <a:ext cx="4820424" cy="6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4"/>
              </a:lnSpc>
            </a:pPr>
            <a:r>
              <a:rPr lang="en-US" sz="3888" b="true">
                <a:solidFill>
                  <a:srgbClr val="282C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BAJA TRAZABILIDAD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30081" y="8372028"/>
            <a:ext cx="6196830" cy="67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4"/>
              </a:lnSpc>
            </a:pPr>
            <a:r>
              <a:rPr lang="en-US" sz="3888" b="true">
                <a:solidFill>
                  <a:srgbClr val="282C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FALTA DE ORGANIZACION </a:t>
            </a:r>
          </a:p>
        </p:txBody>
      </p:sp>
      <p:sp>
        <p:nvSpPr>
          <p:cNvPr name="Freeform 28" id="28"/>
          <p:cNvSpPr/>
          <p:nvPr/>
        </p:nvSpPr>
        <p:spPr>
          <a:xfrm flipH="true" flipV="false" rot="0">
            <a:off x="15334420" y="0"/>
            <a:ext cx="3730082" cy="2997629"/>
          </a:xfrm>
          <a:custGeom>
            <a:avLst/>
            <a:gdLst/>
            <a:ahLst/>
            <a:cxnLst/>
            <a:rect r="r" b="b" t="t" l="l"/>
            <a:pathLst>
              <a:path h="2997629" w="3730082">
                <a:moveTo>
                  <a:pt x="3730082" y="0"/>
                </a:moveTo>
                <a:lnTo>
                  <a:pt x="0" y="0"/>
                </a:lnTo>
                <a:lnTo>
                  <a:pt x="0" y="2997629"/>
                </a:lnTo>
                <a:lnTo>
                  <a:pt x="3730082" y="2997629"/>
                </a:lnTo>
                <a:lnTo>
                  <a:pt x="373008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C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40132" y="0"/>
            <a:ext cx="2649951" cy="10287000"/>
            <a:chOff x="0" y="0"/>
            <a:chExt cx="6979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79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697930">
                  <a:moveTo>
                    <a:pt x="0" y="0"/>
                  </a:moveTo>
                  <a:lnTo>
                    <a:pt x="697930" y="0"/>
                  </a:lnTo>
                  <a:lnTo>
                    <a:pt x="6979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82C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979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02084" y="0"/>
            <a:ext cx="2649951" cy="10287000"/>
            <a:chOff x="0" y="0"/>
            <a:chExt cx="69793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79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697930">
                  <a:moveTo>
                    <a:pt x="0" y="0"/>
                  </a:moveTo>
                  <a:lnTo>
                    <a:pt x="697930" y="0"/>
                  </a:lnTo>
                  <a:lnTo>
                    <a:pt x="6979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82C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979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3320443" y="6671924"/>
            <a:ext cx="3730082" cy="2997629"/>
          </a:xfrm>
          <a:custGeom>
            <a:avLst/>
            <a:gdLst/>
            <a:ahLst/>
            <a:cxnLst/>
            <a:rect r="r" b="b" t="t" l="l"/>
            <a:pathLst>
              <a:path h="2997629" w="3730082">
                <a:moveTo>
                  <a:pt x="3730082" y="0"/>
                </a:moveTo>
                <a:lnTo>
                  <a:pt x="0" y="0"/>
                </a:lnTo>
                <a:lnTo>
                  <a:pt x="0" y="2997630"/>
                </a:lnTo>
                <a:lnTo>
                  <a:pt x="3730082" y="2997630"/>
                </a:lnTo>
                <a:lnTo>
                  <a:pt x="37300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335004" y="3154769"/>
            <a:ext cx="8143116" cy="1344439"/>
            <a:chOff x="0" y="0"/>
            <a:chExt cx="2112149" cy="3487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12149" cy="348718"/>
            </a:xfrm>
            <a:custGeom>
              <a:avLst/>
              <a:gdLst/>
              <a:ahLst/>
              <a:cxnLst/>
              <a:rect r="r" b="b" t="t" l="l"/>
              <a:pathLst>
                <a:path h="348718" w="2112149">
                  <a:moveTo>
                    <a:pt x="0" y="0"/>
                  </a:moveTo>
                  <a:lnTo>
                    <a:pt x="2112149" y="0"/>
                  </a:lnTo>
                  <a:lnTo>
                    <a:pt x="2112149" y="348718"/>
                  </a:lnTo>
                  <a:lnTo>
                    <a:pt x="0" y="348718"/>
                  </a:lnTo>
                  <a:close/>
                </a:path>
              </a:pathLst>
            </a:custGeom>
            <a:solidFill>
              <a:srgbClr val="282C3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12149" cy="386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35004" y="5031154"/>
            <a:ext cx="8143116" cy="1344439"/>
            <a:chOff x="0" y="0"/>
            <a:chExt cx="2112149" cy="3487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12149" cy="348718"/>
            </a:xfrm>
            <a:custGeom>
              <a:avLst/>
              <a:gdLst/>
              <a:ahLst/>
              <a:cxnLst/>
              <a:rect r="r" b="b" t="t" l="l"/>
              <a:pathLst>
                <a:path h="348718" w="2112149">
                  <a:moveTo>
                    <a:pt x="0" y="0"/>
                  </a:moveTo>
                  <a:lnTo>
                    <a:pt x="2112149" y="0"/>
                  </a:lnTo>
                  <a:lnTo>
                    <a:pt x="2112149" y="348718"/>
                  </a:lnTo>
                  <a:lnTo>
                    <a:pt x="0" y="348718"/>
                  </a:lnTo>
                  <a:close/>
                </a:path>
              </a:pathLst>
            </a:custGeom>
            <a:solidFill>
              <a:srgbClr val="282C3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12149" cy="386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35004" y="6826300"/>
            <a:ext cx="5661589" cy="1969624"/>
            <a:chOff x="0" y="0"/>
            <a:chExt cx="1468495" cy="5108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8495" cy="510878"/>
            </a:xfrm>
            <a:custGeom>
              <a:avLst/>
              <a:gdLst/>
              <a:ahLst/>
              <a:cxnLst/>
              <a:rect r="r" b="b" t="t" l="l"/>
              <a:pathLst>
                <a:path h="510878" w="1468495">
                  <a:moveTo>
                    <a:pt x="0" y="0"/>
                  </a:moveTo>
                  <a:lnTo>
                    <a:pt x="1468495" y="0"/>
                  </a:lnTo>
                  <a:lnTo>
                    <a:pt x="1468495" y="510878"/>
                  </a:lnTo>
                  <a:lnTo>
                    <a:pt x="0" y="510878"/>
                  </a:lnTo>
                  <a:close/>
                </a:path>
              </a:pathLst>
            </a:custGeom>
            <a:solidFill>
              <a:srgbClr val="282C3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8495" cy="548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988910"/>
            <a:ext cx="4938776" cy="8229600"/>
            <a:chOff x="0" y="0"/>
            <a:chExt cx="7966825" cy="132753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66825" cy="13275311"/>
            </a:xfrm>
            <a:custGeom>
              <a:avLst/>
              <a:gdLst/>
              <a:ahLst/>
              <a:cxnLst/>
              <a:rect r="r" b="b" t="t" l="l"/>
              <a:pathLst>
                <a:path h="13275311" w="7966825">
                  <a:moveTo>
                    <a:pt x="4788692" y="0"/>
                  </a:moveTo>
                  <a:lnTo>
                    <a:pt x="7966825" y="0"/>
                  </a:lnTo>
                  <a:lnTo>
                    <a:pt x="7966825" y="13275311"/>
                  </a:lnTo>
                  <a:lnTo>
                    <a:pt x="0" y="13275311"/>
                  </a:lnTo>
                  <a:lnTo>
                    <a:pt x="0" y="6649720"/>
                  </a:lnTo>
                  <a:cubicBezTo>
                    <a:pt x="0" y="2976880"/>
                    <a:pt x="2143754" y="0"/>
                    <a:pt x="4788692" y="0"/>
                  </a:cubicBezTo>
                  <a:close/>
                </a:path>
              </a:pathLst>
            </a:custGeom>
            <a:blipFill>
              <a:blip r:embed="rId4"/>
              <a:stretch>
                <a:fillRect l="-12278" t="0" r="-12278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290263" y="3409457"/>
            <a:ext cx="835063" cy="83506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82C3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90263" y="5285841"/>
            <a:ext cx="835063" cy="83506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82C3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290263" y="7335675"/>
            <a:ext cx="835063" cy="83506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82C3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967476" y="1200150"/>
            <a:ext cx="9833430" cy="899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1"/>
              </a:lnSpc>
            </a:pPr>
            <a:r>
              <a:rPr lang="en-US" sz="7033">
                <a:solidFill>
                  <a:srgbClr val="282C3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Objetivos especificos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61888" y="3231300"/>
            <a:ext cx="7270932" cy="113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9" b="true">
                <a:solidFill>
                  <a:srgbClr val="FAC0C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GENERAR EL PORTAL WEB PARA RESERVAR HORA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61888" y="5107685"/>
            <a:ext cx="7647161" cy="113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9" b="true">
                <a:solidFill>
                  <a:srgbClr val="FAC0C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MODULO PARA CLIENTES, ATENCION Y ADMINISTRADOR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562273" y="6902831"/>
            <a:ext cx="5055194" cy="1714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9" b="true">
                <a:solidFill>
                  <a:srgbClr val="FAC0C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APARTADO PARA TRACKEAR CLIENTES Y CITAS PASADAS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DAHUuiU0U-c</dc:identifier>
  <dcterms:modified xsi:type="dcterms:W3CDTF">2011-08-01T06:04:30Z</dcterms:modified>
  <cp:revision>1</cp:revision>
  <dc:title>Presentación Fase1</dc:title>
</cp:coreProperties>
</file>