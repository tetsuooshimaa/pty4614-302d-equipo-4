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x="18288000" cy="10287000"/>
  <p:notesSz cx="6858000" cy="9144000"/>
  <p:embeddedFontLst>
    <p:embeddedFont>
      <p:font typeface="Monterchi Serif" charset="1" panose="02000503060000020004"/>
      <p:regular r:id="rId30"/>
    </p:embeddedFont>
    <p:embeddedFont>
      <p:font typeface="Montserrat" charset="1" panose="00000500000000000000"/>
      <p:regular r:id="rId31"/>
    </p:embeddedFont>
    <p:embeddedFont>
      <p:font typeface="Glacial Indifference" charset="1" panose="00000000000000000000"/>
      <p:regular r:id="rId32"/>
    </p:embeddedFont>
    <p:embeddedFont>
      <p:font typeface="Montserrat Bold" charset="1" panose="00000800000000000000"/>
      <p:regular r:id="rId33"/>
    </p:embeddedFont>
    <p:embeddedFont>
      <p:font typeface="Monterchi Serif Bold" charset="1" panose="02000503060000020004"/>
      <p:regular r:id="rId34"/>
    </p:embeddedFont>
    <p:embeddedFont>
      <p:font typeface="Montserrat Heavy" charset="1" panose="00000A00000000000000"/>
      <p:regular r:id="rId3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3.jpe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Relationship Id="rId3" Target="../media/image2.jpeg" Type="http://schemas.openxmlformats.org/officeDocument/2006/relationships/image"/><Relationship Id="rId4" Target="../media/image8.png" Type="http://schemas.openxmlformats.org/officeDocument/2006/relationships/image"/><Relationship Id="rId5" Target="../media/image9.png" Type="http://schemas.openxmlformats.org/officeDocument/2006/relationships/image"/><Relationship Id="rId6" Target="../media/image6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Relationship Id="rId3" Target="../media/image2.jpeg" Type="http://schemas.openxmlformats.org/officeDocument/2006/relationships/image"/><Relationship Id="rId4" Target="../media/image11.jpeg" Type="http://schemas.openxmlformats.org/officeDocument/2006/relationships/image"/><Relationship Id="rId5" Target="../media/image12.jpeg" Type="http://schemas.openxmlformats.org/officeDocument/2006/relationships/image"/><Relationship Id="rId6" Target="../media/image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jpeg" Type="http://schemas.openxmlformats.org/officeDocument/2006/relationships/image"/><Relationship Id="rId3" Target="../media/image2.jpeg" Type="http://schemas.openxmlformats.org/officeDocument/2006/relationships/image"/><Relationship Id="rId4" Target="../media/image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jpeg" Type="http://schemas.openxmlformats.org/officeDocument/2006/relationships/image"/><Relationship Id="rId3" Target="../media/image2.jpeg" Type="http://schemas.openxmlformats.org/officeDocument/2006/relationships/image"/><Relationship Id="rId4" Target="../media/image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jpeg" Type="http://schemas.openxmlformats.org/officeDocument/2006/relationships/image"/><Relationship Id="rId3" Target="../media/image2.jpeg" Type="http://schemas.openxmlformats.org/officeDocument/2006/relationships/image"/><Relationship Id="rId4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jpeg" Type="http://schemas.openxmlformats.org/officeDocument/2006/relationships/image"/><Relationship Id="rId3" Target="../media/image2.jpeg" Type="http://schemas.openxmlformats.org/officeDocument/2006/relationships/image"/><Relationship Id="rId4" Target="../media/image6.png" Type="http://schemas.openxmlformats.org/officeDocument/2006/relationships/image"/><Relationship Id="rId5" Target="../media/image1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jpeg" Type="http://schemas.openxmlformats.org/officeDocument/2006/relationships/image"/><Relationship Id="rId3" Target="../media/image2.jpeg" Type="http://schemas.openxmlformats.org/officeDocument/2006/relationships/image"/><Relationship Id="rId4" Target="../media/image6.png" Type="http://schemas.openxmlformats.org/officeDocument/2006/relationships/image"/><Relationship Id="rId5" Target="../media/image1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jpeg" Type="http://schemas.openxmlformats.org/officeDocument/2006/relationships/image"/><Relationship Id="rId3" Target="../media/image2.jpeg" Type="http://schemas.openxmlformats.org/officeDocument/2006/relationships/image"/><Relationship Id="rId4" Target="../media/image6.png" Type="http://schemas.openxmlformats.org/officeDocument/2006/relationships/image"/><Relationship Id="rId5" Target="../media/image16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jpeg" Type="http://schemas.openxmlformats.org/officeDocument/2006/relationships/image"/><Relationship Id="rId3" Target="../media/image2.jpeg" Type="http://schemas.openxmlformats.org/officeDocument/2006/relationships/image"/><Relationship Id="rId4" Target="../media/image6.png" Type="http://schemas.openxmlformats.org/officeDocument/2006/relationships/image"/><Relationship Id="rId5" Target="../media/image17.png" Type="http://schemas.openxmlformats.org/officeDocument/2006/relationships/image"/><Relationship Id="rId6" Target="../embeddings/oleObject1.bin" Type="http://schemas.openxmlformats.org/officeDocument/2006/relationships/oleObjec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jpeg" Type="http://schemas.openxmlformats.org/officeDocument/2006/relationships/image"/><Relationship Id="rId3" Target="../media/image2.jpeg" Type="http://schemas.openxmlformats.org/officeDocument/2006/relationships/image"/><Relationship Id="rId4" Target="../media/image6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jpeg" Type="http://schemas.openxmlformats.org/officeDocument/2006/relationships/image"/><Relationship Id="rId3" Target="../media/image19.png" Type="http://schemas.openxmlformats.org/officeDocument/2006/relationships/image"/><Relationship Id="rId4" Target="../media/image6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jpeg" Type="http://schemas.openxmlformats.org/officeDocument/2006/relationships/image"/><Relationship Id="rId3" Target="../media/image6.png" Type="http://schemas.openxmlformats.org/officeDocument/2006/relationships/image"/><Relationship Id="rId4" Target="../media/image20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jpeg" Type="http://schemas.openxmlformats.org/officeDocument/2006/relationships/image"/><Relationship Id="rId3" Target="../media/image6.png" Type="http://schemas.openxmlformats.org/officeDocument/2006/relationships/image"/><Relationship Id="rId4" Target="../media/image20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jpeg" Type="http://schemas.openxmlformats.org/officeDocument/2006/relationships/image"/><Relationship Id="rId3" Target="../media/image6.png" Type="http://schemas.openxmlformats.org/officeDocument/2006/relationships/image"/><Relationship Id="rId4" Target="../media/image21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jpeg" Type="http://schemas.openxmlformats.org/officeDocument/2006/relationships/image"/><Relationship Id="rId3" Target="../media/image6.png" Type="http://schemas.openxmlformats.org/officeDocument/2006/relationships/image"/><Relationship Id="rId4" Target="../media/image22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jpeg" Type="http://schemas.openxmlformats.org/officeDocument/2006/relationships/image"/><Relationship Id="rId3" Target="../media/image6.png" Type="http://schemas.openxmlformats.org/officeDocument/2006/relationships/image"/><Relationship Id="rId4" Target="../media/image23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jpeg" Type="http://schemas.openxmlformats.org/officeDocument/2006/relationships/image"/><Relationship Id="rId3" Target="../media/image6.png" Type="http://schemas.openxmlformats.org/officeDocument/2006/relationships/image"/><Relationship Id="rId4" Target="../media/image24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jpeg" Type="http://schemas.openxmlformats.org/officeDocument/2006/relationships/image"/><Relationship Id="rId3" Target="../media/image6.png" Type="http://schemas.openxmlformats.org/officeDocument/2006/relationships/image"/><Relationship Id="rId4" Target="../media/image25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jpeg" Type="http://schemas.openxmlformats.org/officeDocument/2006/relationships/image"/><Relationship Id="rId3" Target="../media/image6.png" Type="http://schemas.openxmlformats.org/officeDocument/2006/relationships/image"/><Relationship Id="rId4" Target="../media/image26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jpeg" Type="http://schemas.openxmlformats.org/officeDocument/2006/relationships/image"/><Relationship Id="rId3" Target="../media/image6.png" Type="http://schemas.openxmlformats.org/officeDocument/2006/relationships/image"/><Relationship Id="rId4" Target="../media/image27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jpeg" Type="http://schemas.openxmlformats.org/officeDocument/2006/relationships/image"/><Relationship Id="rId3" Target="../media/image6.png" Type="http://schemas.openxmlformats.org/officeDocument/2006/relationships/image"/><Relationship Id="rId4" Target="../media/image28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jpeg" Type="http://schemas.openxmlformats.org/officeDocument/2006/relationships/image"/><Relationship Id="rId3" Target="../media/image6.png" Type="http://schemas.openxmlformats.org/officeDocument/2006/relationships/image"/><Relationship Id="rId4" Target="../media/image29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0.jpeg" Type="http://schemas.openxmlformats.org/officeDocument/2006/relationships/image"/><Relationship Id="rId3" Target="../media/image2.jpeg" Type="http://schemas.openxmlformats.org/officeDocument/2006/relationships/image"/><Relationship Id="rId4" Target="../media/image31.jpe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67323" y="509600"/>
            <a:ext cx="17153354" cy="9267800"/>
            <a:chOff x="0" y="0"/>
            <a:chExt cx="2227065" cy="120326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227065" cy="1203263"/>
            </a:xfrm>
            <a:custGeom>
              <a:avLst/>
              <a:gdLst/>
              <a:ahLst/>
              <a:cxnLst/>
              <a:rect r="r" b="b" t="t" l="l"/>
              <a:pathLst>
                <a:path h="1203263" w="2227065">
                  <a:moveTo>
                    <a:pt x="45134" y="0"/>
                  </a:moveTo>
                  <a:lnTo>
                    <a:pt x="2181931" y="0"/>
                  </a:lnTo>
                  <a:cubicBezTo>
                    <a:pt x="2193901" y="0"/>
                    <a:pt x="2205381" y="4755"/>
                    <a:pt x="2213845" y="13219"/>
                  </a:cubicBezTo>
                  <a:cubicBezTo>
                    <a:pt x="2222310" y="21683"/>
                    <a:pt x="2227065" y="33163"/>
                    <a:pt x="2227065" y="45134"/>
                  </a:cubicBezTo>
                  <a:lnTo>
                    <a:pt x="2227065" y="1158129"/>
                  </a:lnTo>
                  <a:cubicBezTo>
                    <a:pt x="2227065" y="1170099"/>
                    <a:pt x="2222310" y="1181579"/>
                    <a:pt x="2213845" y="1190043"/>
                  </a:cubicBezTo>
                  <a:cubicBezTo>
                    <a:pt x="2205381" y="1198508"/>
                    <a:pt x="2193901" y="1203263"/>
                    <a:pt x="2181931" y="1203263"/>
                  </a:cubicBezTo>
                  <a:lnTo>
                    <a:pt x="45134" y="1203263"/>
                  </a:lnTo>
                  <a:cubicBezTo>
                    <a:pt x="33163" y="1203263"/>
                    <a:pt x="21684" y="1198508"/>
                    <a:pt x="13219" y="1190043"/>
                  </a:cubicBezTo>
                  <a:cubicBezTo>
                    <a:pt x="4755" y="1181579"/>
                    <a:pt x="0" y="1170099"/>
                    <a:pt x="0" y="1158129"/>
                  </a:cubicBezTo>
                  <a:lnTo>
                    <a:pt x="0" y="45134"/>
                  </a:lnTo>
                  <a:cubicBezTo>
                    <a:pt x="0" y="33163"/>
                    <a:pt x="4755" y="21684"/>
                    <a:pt x="13219" y="13219"/>
                  </a:cubicBezTo>
                  <a:cubicBezTo>
                    <a:pt x="21683" y="4755"/>
                    <a:pt x="33163" y="0"/>
                    <a:pt x="45134" y="0"/>
                  </a:cubicBezTo>
                  <a:close/>
                </a:path>
              </a:pathLst>
            </a:custGeom>
            <a:blipFill>
              <a:blip r:embed="rId3">
                <a:alphaModFix amt="87000"/>
              </a:blip>
              <a:stretch>
                <a:fillRect l="0" t="-19407" r="0" b="-19407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6423337" y="1794992"/>
            <a:ext cx="5441325" cy="6697016"/>
            <a:chOff x="0" y="0"/>
            <a:chExt cx="6604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60400" cy="812800"/>
            </a:xfrm>
            <a:custGeom>
              <a:avLst/>
              <a:gdLst/>
              <a:ahLst/>
              <a:cxnLst/>
              <a:rect r="r" b="b" t="t" l="l"/>
              <a:pathLst>
                <a:path h="812800" w="6604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28502"/>
                  </a:cubicBezTo>
                  <a:lnTo>
                    <a:pt x="660400" y="812800"/>
                  </a:lnTo>
                  <a:lnTo>
                    <a:pt x="0" y="812800"/>
                  </a:lnTo>
                  <a:lnTo>
                    <a:pt x="0" y="328861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blipFill>
              <a:blip r:embed="rId4"/>
              <a:stretch>
                <a:fillRect l="0" t="-10975" r="0" b="-10975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1028700" y="1028700"/>
            <a:ext cx="1525656" cy="1781552"/>
          </a:xfrm>
          <a:custGeom>
            <a:avLst/>
            <a:gdLst/>
            <a:ahLst/>
            <a:cxnLst/>
            <a:rect r="r" b="b" t="t" l="l"/>
            <a:pathLst>
              <a:path h="1781552" w="1525656">
                <a:moveTo>
                  <a:pt x="0" y="0"/>
                </a:moveTo>
                <a:lnTo>
                  <a:pt x="1525656" y="0"/>
                </a:lnTo>
                <a:lnTo>
                  <a:pt x="1525656" y="1781552"/>
                </a:lnTo>
                <a:lnTo>
                  <a:pt x="0" y="178155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468161" y="4001447"/>
            <a:ext cx="11351677" cy="3135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607"/>
              </a:lnSpc>
            </a:pPr>
            <a:r>
              <a:rPr lang="en-US" sz="18291" spc="-365">
                <a:solidFill>
                  <a:srgbClr val="000000"/>
                </a:solidFill>
                <a:latin typeface="Monterchi Serif"/>
                <a:ea typeface="Monterchi Serif"/>
                <a:cs typeface="Monterchi Serif"/>
                <a:sym typeface="Monterchi Serif"/>
              </a:rPr>
              <a:t>NICOLETT</a:t>
            </a:r>
          </a:p>
        </p:txBody>
      </p:sp>
      <p:sp>
        <p:nvSpPr>
          <p:cNvPr name="Freeform 9" id="9"/>
          <p:cNvSpPr/>
          <p:nvPr/>
        </p:nvSpPr>
        <p:spPr>
          <a:xfrm flipH="true" flipV="false" rot="0">
            <a:off x="15732816" y="1028700"/>
            <a:ext cx="1525656" cy="1781552"/>
          </a:xfrm>
          <a:custGeom>
            <a:avLst/>
            <a:gdLst/>
            <a:ahLst/>
            <a:cxnLst/>
            <a:rect r="r" b="b" t="t" l="l"/>
            <a:pathLst>
              <a:path h="1781552" w="1525656">
                <a:moveTo>
                  <a:pt x="1525657" y="0"/>
                </a:moveTo>
                <a:lnTo>
                  <a:pt x="0" y="0"/>
                </a:lnTo>
                <a:lnTo>
                  <a:pt x="0" y="1781552"/>
                </a:lnTo>
                <a:lnTo>
                  <a:pt x="1525657" y="1781552"/>
                </a:lnTo>
                <a:lnTo>
                  <a:pt x="1525657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3182063" y="0"/>
            <a:ext cx="5101506" cy="1286033"/>
          </a:xfrm>
          <a:custGeom>
            <a:avLst/>
            <a:gdLst/>
            <a:ahLst/>
            <a:cxnLst/>
            <a:rect r="r" b="b" t="t" l="l"/>
            <a:pathLst>
              <a:path h="1286033" w="5101506">
                <a:moveTo>
                  <a:pt x="0" y="0"/>
                </a:moveTo>
                <a:lnTo>
                  <a:pt x="5101506" y="0"/>
                </a:lnTo>
                <a:lnTo>
                  <a:pt x="5101506" y="1286033"/>
                </a:lnTo>
                <a:lnTo>
                  <a:pt x="0" y="128603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-835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10800000">
            <a:off x="15733644" y="7476748"/>
            <a:ext cx="1525656" cy="1781552"/>
          </a:xfrm>
          <a:custGeom>
            <a:avLst/>
            <a:gdLst/>
            <a:ahLst/>
            <a:cxnLst/>
            <a:rect r="r" b="b" t="t" l="l"/>
            <a:pathLst>
              <a:path h="1781552" w="1525656">
                <a:moveTo>
                  <a:pt x="0" y="0"/>
                </a:moveTo>
                <a:lnTo>
                  <a:pt x="1525656" y="0"/>
                </a:lnTo>
                <a:lnTo>
                  <a:pt x="1525656" y="1781552"/>
                </a:lnTo>
                <a:lnTo>
                  <a:pt x="0" y="178155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false" rot="-10800000">
            <a:off x="1029527" y="7476748"/>
            <a:ext cx="1525656" cy="1781552"/>
          </a:xfrm>
          <a:custGeom>
            <a:avLst/>
            <a:gdLst/>
            <a:ahLst/>
            <a:cxnLst/>
            <a:rect r="r" b="b" t="t" l="l"/>
            <a:pathLst>
              <a:path h="1781552" w="1525656">
                <a:moveTo>
                  <a:pt x="1525657" y="0"/>
                </a:moveTo>
                <a:lnTo>
                  <a:pt x="0" y="0"/>
                </a:lnTo>
                <a:lnTo>
                  <a:pt x="0" y="1781552"/>
                </a:lnTo>
                <a:lnTo>
                  <a:pt x="1525657" y="1781552"/>
                </a:lnTo>
                <a:lnTo>
                  <a:pt x="1525657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4361067" y="1980307"/>
            <a:ext cx="8936776" cy="19757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052"/>
              </a:lnSpc>
            </a:pPr>
            <a:r>
              <a:rPr lang="en-US" sz="1146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Proyecto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941498" y="6644858"/>
            <a:ext cx="8405004" cy="880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39"/>
              </a:lnSpc>
            </a:pPr>
            <a:r>
              <a:rPr lang="en-US" sz="5099">
                <a:solidFill>
                  <a:srgbClr val="2F2311"/>
                </a:solidFill>
                <a:latin typeface="Monterchi Serif"/>
                <a:ea typeface="Monterchi Serif"/>
                <a:cs typeface="Monterchi Serif"/>
                <a:sym typeface="Monterchi Serif"/>
              </a:rPr>
              <a:t>Presentacion Final Capstone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34015" y="7694424"/>
            <a:ext cx="11050292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Sección: 302D</a:t>
            </a: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Docente: Cristian Moreno</a:t>
            </a: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Integrantes: Felipe Acuña, Felipe Gallegos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67323" y="509600"/>
            <a:ext cx="17153354" cy="9267800"/>
            <a:chOff x="0" y="0"/>
            <a:chExt cx="2227065" cy="120326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227065" cy="1203263"/>
            </a:xfrm>
            <a:custGeom>
              <a:avLst/>
              <a:gdLst/>
              <a:ahLst/>
              <a:cxnLst/>
              <a:rect r="r" b="b" t="t" l="l"/>
              <a:pathLst>
                <a:path h="1203263" w="2227065">
                  <a:moveTo>
                    <a:pt x="45134" y="0"/>
                  </a:moveTo>
                  <a:lnTo>
                    <a:pt x="2181931" y="0"/>
                  </a:lnTo>
                  <a:cubicBezTo>
                    <a:pt x="2193901" y="0"/>
                    <a:pt x="2205381" y="4755"/>
                    <a:pt x="2213845" y="13219"/>
                  </a:cubicBezTo>
                  <a:cubicBezTo>
                    <a:pt x="2222310" y="21683"/>
                    <a:pt x="2227065" y="33163"/>
                    <a:pt x="2227065" y="45134"/>
                  </a:cubicBezTo>
                  <a:lnTo>
                    <a:pt x="2227065" y="1158129"/>
                  </a:lnTo>
                  <a:cubicBezTo>
                    <a:pt x="2227065" y="1170099"/>
                    <a:pt x="2222310" y="1181579"/>
                    <a:pt x="2213845" y="1190043"/>
                  </a:cubicBezTo>
                  <a:cubicBezTo>
                    <a:pt x="2205381" y="1198508"/>
                    <a:pt x="2193901" y="1203263"/>
                    <a:pt x="2181931" y="1203263"/>
                  </a:cubicBezTo>
                  <a:lnTo>
                    <a:pt x="45134" y="1203263"/>
                  </a:lnTo>
                  <a:cubicBezTo>
                    <a:pt x="33163" y="1203263"/>
                    <a:pt x="21684" y="1198508"/>
                    <a:pt x="13219" y="1190043"/>
                  </a:cubicBezTo>
                  <a:cubicBezTo>
                    <a:pt x="4755" y="1181579"/>
                    <a:pt x="0" y="1170099"/>
                    <a:pt x="0" y="1158129"/>
                  </a:cubicBezTo>
                  <a:lnTo>
                    <a:pt x="0" y="45134"/>
                  </a:lnTo>
                  <a:cubicBezTo>
                    <a:pt x="0" y="33163"/>
                    <a:pt x="4755" y="21684"/>
                    <a:pt x="13219" y="13219"/>
                  </a:cubicBezTo>
                  <a:cubicBezTo>
                    <a:pt x="21683" y="4755"/>
                    <a:pt x="33163" y="0"/>
                    <a:pt x="45134" y="0"/>
                  </a:cubicBezTo>
                  <a:close/>
                </a:path>
              </a:pathLst>
            </a:custGeom>
            <a:blipFill>
              <a:blip r:embed="rId3">
                <a:alphaModFix amt="87000"/>
              </a:blip>
              <a:stretch>
                <a:fillRect l="0" t="-19407" r="0" b="-19407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359753" y="2244724"/>
            <a:ext cx="3749798" cy="4188785"/>
            <a:chOff x="0" y="0"/>
            <a:chExt cx="660400" cy="73771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60400" cy="737713"/>
            </a:xfrm>
            <a:custGeom>
              <a:avLst/>
              <a:gdLst/>
              <a:ahLst/>
              <a:cxnLst/>
              <a:rect r="r" b="b" t="t" l="l"/>
              <a:pathLst>
                <a:path h="737713" w="6604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26834"/>
                  </a:cubicBezTo>
                  <a:lnTo>
                    <a:pt x="660400" y="737713"/>
                  </a:lnTo>
                  <a:lnTo>
                    <a:pt x="0" y="737713"/>
                  </a:lnTo>
                  <a:lnTo>
                    <a:pt x="0" y="327139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blipFill>
              <a:blip r:embed="rId4"/>
              <a:stretch>
                <a:fillRect l="0" t="-3523" r="0" b="-15836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3509502" y="5419545"/>
            <a:ext cx="3749798" cy="3838755"/>
            <a:chOff x="0" y="0"/>
            <a:chExt cx="660400" cy="67606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60400" cy="676067"/>
            </a:xfrm>
            <a:custGeom>
              <a:avLst/>
              <a:gdLst/>
              <a:ahLst/>
              <a:cxnLst/>
              <a:rect r="r" b="b" t="t" l="l"/>
              <a:pathLst>
                <a:path h="676067" w="6604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25465"/>
                  </a:cubicBezTo>
                  <a:lnTo>
                    <a:pt x="660400" y="676067"/>
                  </a:lnTo>
                  <a:lnTo>
                    <a:pt x="0" y="676067"/>
                  </a:lnTo>
                  <a:lnTo>
                    <a:pt x="0" y="325725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blipFill>
              <a:blip r:embed="rId5"/>
              <a:stretch>
                <a:fillRect l="-5104" t="-19779" r="-12226" b="-33036"/>
              </a:stretch>
            </a:blip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13182063" y="0"/>
            <a:ext cx="5101506" cy="1286033"/>
          </a:xfrm>
          <a:custGeom>
            <a:avLst/>
            <a:gdLst/>
            <a:ahLst/>
            <a:cxnLst/>
            <a:rect r="r" b="b" t="t" l="l"/>
            <a:pathLst>
              <a:path h="1286033" w="5101506">
                <a:moveTo>
                  <a:pt x="0" y="0"/>
                </a:moveTo>
                <a:lnTo>
                  <a:pt x="5101506" y="0"/>
                </a:lnTo>
                <a:lnTo>
                  <a:pt x="5101506" y="1286033"/>
                </a:lnTo>
                <a:lnTo>
                  <a:pt x="0" y="128603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-835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5647013" y="3260109"/>
            <a:ext cx="11734265" cy="563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19"/>
              </a:lnSpc>
            </a:pPr>
            <a:r>
              <a:rPr lang="en-US" sz="3299" b="true">
                <a:solidFill>
                  <a:srgbClr val="2F231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Programador Full-stack QA tester,Documentador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201139" y="1124108"/>
            <a:ext cx="10626012" cy="1377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1200"/>
              </a:lnSpc>
            </a:pPr>
            <a:r>
              <a:rPr lang="en-US" b="true" sz="8000">
                <a:solidFill>
                  <a:srgbClr val="2F2311"/>
                </a:solidFill>
                <a:latin typeface="Monterchi Serif Bold"/>
                <a:ea typeface="Monterchi Serif Bold"/>
                <a:cs typeface="Monterchi Serif Bold"/>
                <a:sym typeface="Monterchi Serif Bold"/>
              </a:rPr>
              <a:t>Integrantes del proyecto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647013" y="2465497"/>
            <a:ext cx="4589268" cy="669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b="true">
                <a:solidFill>
                  <a:srgbClr val="2F2311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Felipe Acuña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591380" y="5981292"/>
            <a:ext cx="5289803" cy="669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599"/>
              </a:lnSpc>
            </a:pPr>
            <a:r>
              <a:rPr lang="en-US" b="true" sz="3999">
                <a:solidFill>
                  <a:srgbClr val="2F2311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Felipe Gallegos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092487" y="6775042"/>
            <a:ext cx="10788696" cy="563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619"/>
              </a:lnSpc>
            </a:pPr>
            <a:r>
              <a:rPr lang="en-US" b="true" sz="3299">
                <a:solidFill>
                  <a:srgbClr val="2F231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Programador front-end,diseñador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647013" y="4043065"/>
            <a:ext cx="8671247" cy="1780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2F2311"/>
                </a:solidFill>
                <a:latin typeface="Montserrat"/>
                <a:ea typeface="Montserrat"/>
                <a:cs typeface="Montserrat"/>
                <a:sym typeface="Montserrat"/>
              </a:rPr>
              <a:t>L</a:t>
            </a:r>
            <a:r>
              <a:rPr lang="en-US" sz="3399">
                <a:solidFill>
                  <a:srgbClr val="2F2311"/>
                </a:solidFill>
                <a:latin typeface="Montserrat"/>
                <a:ea typeface="Montserrat"/>
                <a:cs typeface="Montserrat"/>
                <a:sym typeface="Montserrat"/>
              </a:rPr>
              <a:t>abores de desarrollo, aseguramiento de calidad y documentación del proyecto.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772531" y="7462747"/>
            <a:ext cx="11108651" cy="1780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759"/>
              </a:lnSpc>
            </a:pPr>
            <a:r>
              <a:rPr lang="en-US" sz="3399">
                <a:solidFill>
                  <a:srgbClr val="2F2311"/>
                </a:solidFill>
                <a:latin typeface="Montserrat"/>
                <a:ea typeface="Montserrat"/>
                <a:cs typeface="Montserrat"/>
                <a:sym typeface="Montserrat"/>
              </a:rPr>
              <a:t>d</a:t>
            </a:r>
            <a:r>
              <a:rPr lang="en-US" sz="3399">
                <a:solidFill>
                  <a:srgbClr val="2F2311"/>
                </a:solidFill>
                <a:latin typeface="Montserrat"/>
                <a:ea typeface="Montserrat"/>
                <a:cs typeface="Montserrat"/>
                <a:sym typeface="Montserrat"/>
              </a:rPr>
              <a:t>esempeña  como programador Front-end y diseñador, encargado del desarrollo de la interfaz del sistema web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67323" y="785495"/>
            <a:ext cx="6025469" cy="43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2F2311"/>
                </a:solidFill>
                <a:latin typeface="Montserrat"/>
                <a:ea typeface="Montserrat"/>
                <a:cs typeface="Montserrat"/>
                <a:sym typeface="Montserrat"/>
              </a:rPr>
              <a:t>Proyecto “Nicolett Studio Fantasy” 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67323" y="509600"/>
            <a:ext cx="17153354" cy="9267800"/>
            <a:chOff x="0" y="0"/>
            <a:chExt cx="2227065" cy="1203263"/>
          </a:xfrm>
        </p:grpSpPr>
        <p:sp>
          <p:nvSpPr>
            <p:cNvPr name="Freeform 4" id="4"/>
            <p:cNvSpPr/>
            <p:nvPr/>
          </p:nvSpPr>
          <p:spPr>
            <a:xfrm flipH="true" flipV="false" rot="0">
              <a:off x="0" y="0"/>
              <a:ext cx="2227065" cy="1203263"/>
            </a:xfrm>
            <a:custGeom>
              <a:avLst/>
              <a:gdLst/>
              <a:ahLst/>
              <a:cxnLst/>
              <a:rect r="r" b="b" t="t" l="l"/>
              <a:pathLst>
                <a:path h="1203263" w="2227065">
                  <a:moveTo>
                    <a:pt x="2181931" y="0"/>
                  </a:moveTo>
                  <a:lnTo>
                    <a:pt x="45133" y="0"/>
                  </a:lnTo>
                  <a:cubicBezTo>
                    <a:pt x="33163" y="0"/>
                    <a:pt x="21684" y="4755"/>
                    <a:pt x="13219" y="13219"/>
                  </a:cubicBezTo>
                  <a:cubicBezTo>
                    <a:pt x="4755" y="21683"/>
                    <a:pt x="0" y="33163"/>
                    <a:pt x="0" y="45134"/>
                  </a:cubicBezTo>
                  <a:lnTo>
                    <a:pt x="0" y="1158129"/>
                  </a:lnTo>
                  <a:cubicBezTo>
                    <a:pt x="0" y="1170099"/>
                    <a:pt x="4755" y="1181579"/>
                    <a:pt x="13219" y="1190043"/>
                  </a:cubicBezTo>
                  <a:cubicBezTo>
                    <a:pt x="21684" y="1198508"/>
                    <a:pt x="33163" y="1203263"/>
                    <a:pt x="45133" y="1203263"/>
                  </a:cubicBezTo>
                  <a:lnTo>
                    <a:pt x="2181931" y="1203263"/>
                  </a:lnTo>
                  <a:cubicBezTo>
                    <a:pt x="2193901" y="1203263"/>
                    <a:pt x="2205381" y="1198508"/>
                    <a:pt x="2213846" y="1190043"/>
                  </a:cubicBezTo>
                  <a:cubicBezTo>
                    <a:pt x="2222310" y="1181579"/>
                    <a:pt x="2227065" y="1170099"/>
                    <a:pt x="2227065" y="1158129"/>
                  </a:cubicBezTo>
                  <a:lnTo>
                    <a:pt x="2227065" y="45134"/>
                  </a:lnTo>
                  <a:cubicBezTo>
                    <a:pt x="2227065" y="33163"/>
                    <a:pt x="2222310" y="21684"/>
                    <a:pt x="2213846" y="13219"/>
                  </a:cubicBezTo>
                  <a:cubicBezTo>
                    <a:pt x="2205381" y="4755"/>
                    <a:pt x="2193901" y="0"/>
                    <a:pt x="2181931" y="0"/>
                  </a:cubicBezTo>
                  <a:close/>
                </a:path>
              </a:pathLst>
            </a:custGeom>
            <a:blipFill>
              <a:blip r:embed="rId3">
                <a:alphaModFix amt="87000"/>
              </a:blip>
              <a:stretch>
                <a:fillRect l="0" t="-19407" r="0" b="-19407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201091" y="6234596"/>
            <a:ext cx="7503642" cy="2712397"/>
            <a:chOff x="0" y="0"/>
            <a:chExt cx="1162511" cy="42022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62511" cy="420221"/>
            </a:xfrm>
            <a:custGeom>
              <a:avLst/>
              <a:gdLst/>
              <a:ahLst/>
              <a:cxnLst/>
              <a:rect r="r" b="b" t="t" l="l"/>
              <a:pathLst>
                <a:path h="420221" w="1162511">
                  <a:moveTo>
                    <a:pt x="87699" y="0"/>
                  </a:moveTo>
                  <a:lnTo>
                    <a:pt x="1074811" y="0"/>
                  </a:lnTo>
                  <a:cubicBezTo>
                    <a:pt x="1098071" y="0"/>
                    <a:pt x="1120377" y="9240"/>
                    <a:pt x="1136824" y="25686"/>
                  </a:cubicBezTo>
                  <a:cubicBezTo>
                    <a:pt x="1153271" y="42133"/>
                    <a:pt x="1162511" y="64440"/>
                    <a:pt x="1162511" y="87699"/>
                  </a:cubicBezTo>
                  <a:lnTo>
                    <a:pt x="1162511" y="332522"/>
                  </a:lnTo>
                  <a:cubicBezTo>
                    <a:pt x="1162511" y="355781"/>
                    <a:pt x="1153271" y="378088"/>
                    <a:pt x="1136824" y="394535"/>
                  </a:cubicBezTo>
                  <a:cubicBezTo>
                    <a:pt x="1120377" y="410982"/>
                    <a:pt x="1098071" y="420221"/>
                    <a:pt x="1074811" y="420221"/>
                  </a:cubicBezTo>
                  <a:lnTo>
                    <a:pt x="87699" y="420221"/>
                  </a:lnTo>
                  <a:cubicBezTo>
                    <a:pt x="64440" y="420221"/>
                    <a:pt x="42133" y="410982"/>
                    <a:pt x="25686" y="394535"/>
                  </a:cubicBezTo>
                  <a:cubicBezTo>
                    <a:pt x="9240" y="378088"/>
                    <a:pt x="0" y="355781"/>
                    <a:pt x="0" y="332522"/>
                  </a:cubicBezTo>
                  <a:lnTo>
                    <a:pt x="0" y="87699"/>
                  </a:lnTo>
                  <a:cubicBezTo>
                    <a:pt x="0" y="64440"/>
                    <a:pt x="9240" y="42133"/>
                    <a:pt x="25686" y="25686"/>
                  </a:cubicBezTo>
                  <a:cubicBezTo>
                    <a:pt x="42133" y="9240"/>
                    <a:pt x="64440" y="0"/>
                    <a:pt x="87699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41868" r="0" b="-41868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9474970" y="6234596"/>
            <a:ext cx="7503642" cy="2712397"/>
            <a:chOff x="0" y="0"/>
            <a:chExt cx="1162511" cy="42022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62511" cy="420221"/>
            </a:xfrm>
            <a:custGeom>
              <a:avLst/>
              <a:gdLst/>
              <a:ahLst/>
              <a:cxnLst/>
              <a:rect r="r" b="b" t="t" l="l"/>
              <a:pathLst>
                <a:path h="420221" w="1162511">
                  <a:moveTo>
                    <a:pt x="87699" y="0"/>
                  </a:moveTo>
                  <a:lnTo>
                    <a:pt x="1074811" y="0"/>
                  </a:lnTo>
                  <a:cubicBezTo>
                    <a:pt x="1098071" y="0"/>
                    <a:pt x="1120377" y="9240"/>
                    <a:pt x="1136824" y="25686"/>
                  </a:cubicBezTo>
                  <a:cubicBezTo>
                    <a:pt x="1153271" y="42133"/>
                    <a:pt x="1162511" y="64440"/>
                    <a:pt x="1162511" y="87699"/>
                  </a:cubicBezTo>
                  <a:lnTo>
                    <a:pt x="1162511" y="332522"/>
                  </a:lnTo>
                  <a:cubicBezTo>
                    <a:pt x="1162511" y="355781"/>
                    <a:pt x="1153271" y="378088"/>
                    <a:pt x="1136824" y="394535"/>
                  </a:cubicBezTo>
                  <a:cubicBezTo>
                    <a:pt x="1120377" y="410982"/>
                    <a:pt x="1098071" y="420221"/>
                    <a:pt x="1074811" y="420221"/>
                  </a:cubicBezTo>
                  <a:lnTo>
                    <a:pt x="87699" y="420221"/>
                  </a:lnTo>
                  <a:cubicBezTo>
                    <a:pt x="64440" y="420221"/>
                    <a:pt x="42133" y="410982"/>
                    <a:pt x="25686" y="394535"/>
                  </a:cubicBezTo>
                  <a:cubicBezTo>
                    <a:pt x="9240" y="378088"/>
                    <a:pt x="0" y="355781"/>
                    <a:pt x="0" y="332522"/>
                  </a:cubicBezTo>
                  <a:lnTo>
                    <a:pt x="0" y="87699"/>
                  </a:lnTo>
                  <a:cubicBezTo>
                    <a:pt x="0" y="64440"/>
                    <a:pt x="9240" y="42133"/>
                    <a:pt x="25686" y="25686"/>
                  </a:cubicBezTo>
                  <a:cubicBezTo>
                    <a:pt x="42133" y="9240"/>
                    <a:pt x="64440" y="0"/>
                    <a:pt x="87699" y="0"/>
                  </a:cubicBezTo>
                  <a:close/>
                </a:path>
              </a:pathLst>
            </a:custGeom>
            <a:blipFill>
              <a:blip r:embed="rId5"/>
              <a:stretch>
                <a:fillRect l="0" t="-42156" r="0" b="-42156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542846" y="1199800"/>
            <a:ext cx="15202307" cy="1309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780"/>
              </a:lnSpc>
            </a:pPr>
            <a:r>
              <a:rPr lang="en-US" b="true" sz="7700">
                <a:solidFill>
                  <a:srgbClr val="2F2311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Descripcion de proyecto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01091" y="3556503"/>
            <a:ext cx="7503642" cy="2076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</a:pPr>
            <a:r>
              <a:rPr lang="en-US" sz="2999">
                <a:solidFill>
                  <a:srgbClr val="2F2311"/>
                </a:solidFill>
                <a:latin typeface="Monterchi Serif"/>
                <a:ea typeface="Monterchi Serif"/>
                <a:cs typeface="Monterchi Serif"/>
                <a:sym typeface="Monterchi Serif"/>
              </a:rPr>
              <a:t>El estudio de belleza Nicolett presenta dificultades para gestionar las horas de atención y mantener un control  adecuado de sus clientes, sus servicios y citas.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474970" y="3556503"/>
            <a:ext cx="7503642" cy="2076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</a:pPr>
            <a:r>
              <a:rPr lang="en-US" sz="2999">
                <a:solidFill>
                  <a:srgbClr val="2F2311"/>
                </a:solidFill>
                <a:latin typeface="Monterchi Serif"/>
                <a:ea typeface="Monterchi Serif"/>
                <a:cs typeface="Monterchi Serif"/>
                <a:sym typeface="Monterchi Serif"/>
              </a:rPr>
              <a:t>Desarrollar un servicio web que permita gestionar las reservas y horarios de los clientes, realizar un seguimiento de los tratamientos y generar alertas para los clientes a los 30 dias de sus citas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407368" y="2560889"/>
            <a:ext cx="5091087" cy="669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b="true" sz="3999">
                <a:solidFill>
                  <a:srgbClr val="2F2311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Problema o dolor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107741" y="2560889"/>
            <a:ext cx="6238101" cy="669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b="true" sz="3999">
                <a:solidFill>
                  <a:srgbClr val="2F2311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Propuesta de solucion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67323" y="785495"/>
            <a:ext cx="6025469" cy="43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2F2311"/>
                </a:solidFill>
                <a:latin typeface="Montserrat"/>
                <a:ea typeface="Montserrat"/>
                <a:cs typeface="Montserrat"/>
                <a:sym typeface="Montserrat"/>
              </a:rPr>
              <a:t>Proyecto “Nicolett Studio Fantasy” 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13182063" y="0"/>
            <a:ext cx="5101506" cy="1286033"/>
          </a:xfrm>
          <a:custGeom>
            <a:avLst/>
            <a:gdLst/>
            <a:ahLst/>
            <a:cxnLst/>
            <a:rect r="r" b="b" t="t" l="l"/>
            <a:pathLst>
              <a:path h="1286033" w="5101506">
                <a:moveTo>
                  <a:pt x="0" y="0"/>
                </a:moveTo>
                <a:lnTo>
                  <a:pt x="5101506" y="0"/>
                </a:lnTo>
                <a:lnTo>
                  <a:pt x="5101506" y="1286033"/>
                </a:lnTo>
                <a:lnTo>
                  <a:pt x="0" y="128603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-835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67323" y="509600"/>
            <a:ext cx="17153354" cy="9267800"/>
            <a:chOff x="0" y="0"/>
            <a:chExt cx="2227065" cy="120326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227065" cy="1203263"/>
            </a:xfrm>
            <a:custGeom>
              <a:avLst/>
              <a:gdLst/>
              <a:ahLst/>
              <a:cxnLst/>
              <a:rect r="r" b="b" t="t" l="l"/>
              <a:pathLst>
                <a:path h="1203263" w="2227065">
                  <a:moveTo>
                    <a:pt x="45134" y="0"/>
                  </a:moveTo>
                  <a:lnTo>
                    <a:pt x="2181931" y="0"/>
                  </a:lnTo>
                  <a:cubicBezTo>
                    <a:pt x="2193901" y="0"/>
                    <a:pt x="2205381" y="4755"/>
                    <a:pt x="2213845" y="13219"/>
                  </a:cubicBezTo>
                  <a:cubicBezTo>
                    <a:pt x="2222310" y="21683"/>
                    <a:pt x="2227065" y="33163"/>
                    <a:pt x="2227065" y="45134"/>
                  </a:cubicBezTo>
                  <a:lnTo>
                    <a:pt x="2227065" y="1158129"/>
                  </a:lnTo>
                  <a:cubicBezTo>
                    <a:pt x="2227065" y="1170099"/>
                    <a:pt x="2222310" y="1181579"/>
                    <a:pt x="2213845" y="1190043"/>
                  </a:cubicBezTo>
                  <a:cubicBezTo>
                    <a:pt x="2205381" y="1198508"/>
                    <a:pt x="2193901" y="1203263"/>
                    <a:pt x="2181931" y="1203263"/>
                  </a:cubicBezTo>
                  <a:lnTo>
                    <a:pt x="45134" y="1203263"/>
                  </a:lnTo>
                  <a:cubicBezTo>
                    <a:pt x="33163" y="1203263"/>
                    <a:pt x="21684" y="1198508"/>
                    <a:pt x="13219" y="1190043"/>
                  </a:cubicBezTo>
                  <a:cubicBezTo>
                    <a:pt x="4755" y="1181579"/>
                    <a:pt x="0" y="1170099"/>
                    <a:pt x="0" y="1158129"/>
                  </a:cubicBezTo>
                  <a:lnTo>
                    <a:pt x="0" y="45134"/>
                  </a:lnTo>
                  <a:cubicBezTo>
                    <a:pt x="0" y="33163"/>
                    <a:pt x="4755" y="21684"/>
                    <a:pt x="13219" y="13219"/>
                  </a:cubicBezTo>
                  <a:cubicBezTo>
                    <a:pt x="21683" y="4755"/>
                    <a:pt x="33163" y="0"/>
                    <a:pt x="45134" y="0"/>
                  </a:cubicBezTo>
                  <a:close/>
                </a:path>
              </a:pathLst>
            </a:custGeom>
            <a:blipFill>
              <a:blip r:embed="rId3">
                <a:alphaModFix amt="87000"/>
              </a:blip>
              <a:stretch>
                <a:fillRect l="0" t="-19407" r="0" b="-19407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1542846" y="1399607"/>
            <a:ext cx="15202307" cy="1309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780"/>
              </a:lnSpc>
            </a:pPr>
            <a:r>
              <a:rPr lang="en-US" b="true" sz="7700">
                <a:solidFill>
                  <a:srgbClr val="2F2311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Objetivo General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67323" y="785495"/>
            <a:ext cx="6025469" cy="43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2F2311"/>
                </a:solidFill>
                <a:latin typeface="Montserrat"/>
                <a:ea typeface="Montserrat"/>
                <a:cs typeface="Montserrat"/>
                <a:sym typeface="Montserrat"/>
              </a:rPr>
              <a:t>Proyecto “Nicolett Studio Fantasy” 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3182063" y="0"/>
            <a:ext cx="5101506" cy="1286033"/>
          </a:xfrm>
          <a:custGeom>
            <a:avLst/>
            <a:gdLst/>
            <a:ahLst/>
            <a:cxnLst/>
            <a:rect r="r" b="b" t="t" l="l"/>
            <a:pathLst>
              <a:path h="1286033" w="5101506">
                <a:moveTo>
                  <a:pt x="0" y="0"/>
                </a:moveTo>
                <a:lnTo>
                  <a:pt x="5101506" y="0"/>
                </a:lnTo>
                <a:lnTo>
                  <a:pt x="5101506" y="1286033"/>
                </a:lnTo>
                <a:lnTo>
                  <a:pt x="0" y="128603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835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449293" y="2898748"/>
            <a:ext cx="15389414" cy="1780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2F231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Desarrollar un servicio web que permita mejorar la gestión de clientes, reservas y productos del estudio de belleza, facilitando la organización de las horas de atención y el control del inventario.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158494" y="6860136"/>
            <a:ext cx="11971012" cy="1780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b="true" sz="3399">
                <a:solidFill>
                  <a:srgbClr val="2F231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Generar una aplicacion web para reservar hora. </a:t>
            </a:r>
          </a:p>
          <a:p>
            <a:pPr algn="ctr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b="true" sz="3399">
                <a:solidFill>
                  <a:srgbClr val="2F231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Modulo para cliente, Atencion y Administracion.</a:t>
            </a:r>
          </a:p>
          <a:p>
            <a:pPr algn="ctr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b="true" sz="3399">
                <a:solidFill>
                  <a:srgbClr val="2F231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Apartado para trackear clientes y citas pasadas.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542846" y="5303118"/>
            <a:ext cx="15202307" cy="1309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780"/>
              </a:lnSpc>
            </a:pPr>
            <a:r>
              <a:rPr lang="en-US" b="true" sz="7700">
                <a:solidFill>
                  <a:srgbClr val="2F2311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Objetivos especificos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67323" y="509600"/>
            <a:ext cx="17153354" cy="9267800"/>
            <a:chOff x="0" y="0"/>
            <a:chExt cx="2227065" cy="120326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227065" cy="1203263"/>
            </a:xfrm>
            <a:custGeom>
              <a:avLst/>
              <a:gdLst/>
              <a:ahLst/>
              <a:cxnLst/>
              <a:rect r="r" b="b" t="t" l="l"/>
              <a:pathLst>
                <a:path h="1203263" w="2227065">
                  <a:moveTo>
                    <a:pt x="45134" y="0"/>
                  </a:moveTo>
                  <a:lnTo>
                    <a:pt x="2181931" y="0"/>
                  </a:lnTo>
                  <a:cubicBezTo>
                    <a:pt x="2193901" y="0"/>
                    <a:pt x="2205381" y="4755"/>
                    <a:pt x="2213845" y="13219"/>
                  </a:cubicBezTo>
                  <a:cubicBezTo>
                    <a:pt x="2222310" y="21683"/>
                    <a:pt x="2227065" y="33163"/>
                    <a:pt x="2227065" y="45134"/>
                  </a:cubicBezTo>
                  <a:lnTo>
                    <a:pt x="2227065" y="1158129"/>
                  </a:lnTo>
                  <a:cubicBezTo>
                    <a:pt x="2227065" y="1170099"/>
                    <a:pt x="2222310" y="1181579"/>
                    <a:pt x="2213845" y="1190043"/>
                  </a:cubicBezTo>
                  <a:cubicBezTo>
                    <a:pt x="2205381" y="1198508"/>
                    <a:pt x="2193901" y="1203263"/>
                    <a:pt x="2181931" y="1203263"/>
                  </a:cubicBezTo>
                  <a:lnTo>
                    <a:pt x="45134" y="1203263"/>
                  </a:lnTo>
                  <a:cubicBezTo>
                    <a:pt x="33163" y="1203263"/>
                    <a:pt x="21684" y="1198508"/>
                    <a:pt x="13219" y="1190043"/>
                  </a:cubicBezTo>
                  <a:cubicBezTo>
                    <a:pt x="4755" y="1181579"/>
                    <a:pt x="0" y="1170099"/>
                    <a:pt x="0" y="1158129"/>
                  </a:cubicBezTo>
                  <a:lnTo>
                    <a:pt x="0" y="45134"/>
                  </a:lnTo>
                  <a:cubicBezTo>
                    <a:pt x="0" y="33163"/>
                    <a:pt x="4755" y="21684"/>
                    <a:pt x="13219" y="13219"/>
                  </a:cubicBezTo>
                  <a:cubicBezTo>
                    <a:pt x="21683" y="4755"/>
                    <a:pt x="33163" y="0"/>
                    <a:pt x="45134" y="0"/>
                  </a:cubicBezTo>
                  <a:close/>
                </a:path>
              </a:pathLst>
            </a:custGeom>
            <a:blipFill>
              <a:blip r:embed="rId3">
                <a:alphaModFix amt="87000"/>
              </a:blip>
              <a:stretch>
                <a:fillRect l="0" t="-19407" r="0" b="-19407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1845971" y="1399970"/>
            <a:ext cx="14596058" cy="1309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780"/>
              </a:lnSpc>
            </a:pPr>
            <a:r>
              <a:rPr lang="en-US" b="true" sz="7700">
                <a:solidFill>
                  <a:srgbClr val="2F2311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Alcances 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67323" y="785495"/>
            <a:ext cx="6025469" cy="43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2F2311"/>
                </a:solidFill>
                <a:latin typeface="Montserrat"/>
                <a:ea typeface="Montserrat"/>
                <a:cs typeface="Montserrat"/>
                <a:sym typeface="Montserrat"/>
              </a:rPr>
              <a:t>Proyecto “Nicolett Studio Fantasy” 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3182063" y="0"/>
            <a:ext cx="5101506" cy="1286033"/>
          </a:xfrm>
          <a:custGeom>
            <a:avLst/>
            <a:gdLst/>
            <a:ahLst/>
            <a:cxnLst/>
            <a:rect r="r" b="b" t="t" l="l"/>
            <a:pathLst>
              <a:path h="1286033" w="5101506">
                <a:moveTo>
                  <a:pt x="0" y="0"/>
                </a:moveTo>
                <a:lnTo>
                  <a:pt x="5101506" y="0"/>
                </a:lnTo>
                <a:lnTo>
                  <a:pt x="5101506" y="1286033"/>
                </a:lnTo>
                <a:lnTo>
                  <a:pt x="0" y="128603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835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2899474"/>
            <a:ext cx="16230600" cy="2380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2F231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El proy</a:t>
            </a:r>
            <a:r>
              <a:rPr lang="en-US" b="true" sz="3399">
                <a:solidFill>
                  <a:srgbClr val="2F231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ecto contempla el levantamiento de requerimientos, diseño de la base de datos, desarrollo de la lógica de negocio, pruebas y validación. También incluye módulos de agendamiento, usuarios, fichas e historial de clientes, stock, alertas y dashboard administrativo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095792" y="5797981"/>
            <a:ext cx="14096417" cy="1309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780"/>
              </a:lnSpc>
            </a:pPr>
            <a:r>
              <a:rPr lang="en-US" b="true" sz="7700">
                <a:solidFill>
                  <a:srgbClr val="2F2311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limitaciones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7101365"/>
            <a:ext cx="16230600" cy="1780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2F231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Entre las principales limitaciones se consideran posibles cambios en los requerimientos, disponibilidad del cliente, problemas de integración y restricciones de tiempo durante las 18 semanas de desarrollo.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67323" y="509600"/>
            <a:ext cx="17153354" cy="9267800"/>
            <a:chOff x="0" y="0"/>
            <a:chExt cx="2227065" cy="120326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227065" cy="1203263"/>
            </a:xfrm>
            <a:custGeom>
              <a:avLst/>
              <a:gdLst/>
              <a:ahLst/>
              <a:cxnLst/>
              <a:rect r="r" b="b" t="t" l="l"/>
              <a:pathLst>
                <a:path h="1203263" w="2227065">
                  <a:moveTo>
                    <a:pt x="45134" y="0"/>
                  </a:moveTo>
                  <a:lnTo>
                    <a:pt x="2181931" y="0"/>
                  </a:lnTo>
                  <a:cubicBezTo>
                    <a:pt x="2193901" y="0"/>
                    <a:pt x="2205381" y="4755"/>
                    <a:pt x="2213845" y="13219"/>
                  </a:cubicBezTo>
                  <a:cubicBezTo>
                    <a:pt x="2222310" y="21683"/>
                    <a:pt x="2227065" y="33163"/>
                    <a:pt x="2227065" y="45134"/>
                  </a:cubicBezTo>
                  <a:lnTo>
                    <a:pt x="2227065" y="1158129"/>
                  </a:lnTo>
                  <a:cubicBezTo>
                    <a:pt x="2227065" y="1170099"/>
                    <a:pt x="2222310" y="1181579"/>
                    <a:pt x="2213845" y="1190043"/>
                  </a:cubicBezTo>
                  <a:cubicBezTo>
                    <a:pt x="2205381" y="1198508"/>
                    <a:pt x="2193901" y="1203263"/>
                    <a:pt x="2181931" y="1203263"/>
                  </a:cubicBezTo>
                  <a:lnTo>
                    <a:pt x="45134" y="1203263"/>
                  </a:lnTo>
                  <a:cubicBezTo>
                    <a:pt x="33163" y="1203263"/>
                    <a:pt x="21684" y="1198508"/>
                    <a:pt x="13219" y="1190043"/>
                  </a:cubicBezTo>
                  <a:cubicBezTo>
                    <a:pt x="4755" y="1181579"/>
                    <a:pt x="0" y="1170099"/>
                    <a:pt x="0" y="1158129"/>
                  </a:cubicBezTo>
                  <a:lnTo>
                    <a:pt x="0" y="45134"/>
                  </a:lnTo>
                  <a:cubicBezTo>
                    <a:pt x="0" y="33163"/>
                    <a:pt x="4755" y="21684"/>
                    <a:pt x="13219" y="13219"/>
                  </a:cubicBezTo>
                  <a:cubicBezTo>
                    <a:pt x="21683" y="4755"/>
                    <a:pt x="33163" y="0"/>
                    <a:pt x="45134" y="0"/>
                  </a:cubicBezTo>
                  <a:close/>
                </a:path>
              </a:pathLst>
            </a:custGeom>
            <a:blipFill>
              <a:blip r:embed="rId3">
                <a:alphaModFix amt="87000"/>
              </a:blip>
              <a:stretch>
                <a:fillRect l="0" t="-19407" r="0" b="-19407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1542846" y="2457769"/>
            <a:ext cx="15202307" cy="1309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780"/>
              </a:lnSpc>
            </a:pPr>
            <a:r>
              <a:rPr lang="en-US" b="true" sz="7700">
                <a:solidFill>
                  <a:srgbClr val="2F2311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Metodologia de trabajo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67323" y="785495"/>
            <a:ext cx="6025469" cy="43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2F2311"/>
                </a:solidFill>
                <a:latin typeface="Montserrat"/>
                <a:ea typeface="Montserrat"/>
                <a:cs typeface="Montserrat"/>
                <a:sym typeface="Montserrat"/>
              </a:rPr>
              <a:t>Proyecto “Nicolett Studio Fantasy” 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3182063" y="0"/>
            <a:ext cx="5101506" cy="1286033"/>
          </a:xfrm>
          <a:custGeom>
            <a:avLst/>
            <a:gdLst/>
            <a:ahLst/>
            <a:cxnLst/>
            <a:rect r="r" b="b" t="t" l="l"/>
            <a:pathLst>
              <a:path h="1286033" w="5101506">
                <a:moveTo>
                  <a:pt x="0" y="0"/>
                </a:moveTo>
                <a:lnTo>
                  <a:pt x="5101506" y="0"/>
                </a:lnTo>
                <a:lnTo>
                  <a:pt x="5101506" y="1286033"/>
                </a:lnTo>
                <a:lnTo>
                  <a:pt x="0" y="128603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835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366245" y="4045254"/>
            <a:ext cx="13555510" cy="4180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2F231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</a:t>
            </a:r>
            <a:r>
              <a:rPr lang="en-US" b="true" sz="3399">
                <a:solidFill>
                  <a:srgbClr val="2F231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 utilizará una metodología ágil basada en Scrum, adaptada al contexto académico y al tamaño del equipo. El trabajo se realizará mediante etapas y entregas incrementales, comenzando con el levantamiento y análisis de requerimientos, seguido por el diseño, desarrollo de módulos, pruebas funcionales y de integración, validación con el cliente, documentación y entrega final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67323" y="1224280"/>
            <a:ext cx="17153354" cy="9267800"/>
            <a:chOff x="0" y="0"/>
            <a:chExt cx="2227065" cy="120326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227065" cy="1203263"/>
            </a:xfrm>
            <a:custGeom>
              <a:avLst/>
              <a:gdLst/>
              <a:ahLst/>
              <a:cxnLst/>
              <a:rect r="r" b="b" t="t" l="l"/>
              <a:pathLst>
                <a:path h="1203263" w="2227065">
                  <a:moveTo>
                    <a:pt x="45134" y="0"/>
                  </a:moveTo>
                  <a:lnTo>
                    <a:pt x="2181931" y="0"/>
                  </a:lnTo>
                  <a:cubicBezTo>
                    <a:pt x="2193901" y="0"/>
                    <a:pt x="2205381" y="4755"/>
                    <a:pt x="2213845" y="13219"/>
                  </a:cubicBezTo>
                  <a:cubicBezTo>
                    <a:pt x="2222310" y="21683"/>
                    <a:pt x="2227065" y="33163"/>
                    <a:pt x="2227065" y="45134"/>
                  </a:cubicBezTo>
                  <a:lnTo>
                    <a:pt x="2227065" y="1158129"/>
                  </a:lnTo>
                  <a:cubicBezTo>
                    <a:pt x="2227065" y="1170099"/>
                    <a:pt x="2222310" y="1181579"/>
                    <a:pt x="2213845" y="1190043"/>
                  </a:cubicBezTo>
                  <a:cubicBezTo>
                    <a:pt x="2205381" y="1198508"/>
                    <a:pt x="2193901" y="1203263"/>
                    <a:pt x="2181931" y="1203263"/>
                  </a:cubicBezTo>
                  <a:lnTo>
                    <a:pt x="45134" y="1203263"/>
                  </a:lnTo>
                  <a:cubicBezTo>
                    <a:pt x="33163" y="1203263"/>
                    <a:pt x="21684" y="1198508"/>
                    <a:pt x="13219" y="1190043"/>
                  </a:cubicBezTo>
                  <a:cubicBezTo>
                    <a:pt x="4755" y="1181579"/>
                    <a:pt x="0" y="1170099"/>
                    <a:pt x="0" y="1158129"/>
                  </a:cubicBezTo>
                  <a:lnTo>
                    <a:pt x="0" y="45134"/>
                  </a:lnTo>
                  <a:cubicBezTo>
                    <a:pt x="0" y="33163"/>
                    <a:pt x="4755" y="21684"/>
                    <a:pt x="13219" y="13219"/>
                  </a:cubicBezTo>
                  <a:cubicBezTo>
                    <a:pt x="21683" y="4755"/>
                    <a:pt x="33163" y="0"/>
                    <a:pt x="45134" y="0"/>
                  </a:cubicBezTo>
                  <a:close/>
                </a:path>
              </a:pathLst>
            </a:custGeom>
            <a:blipFill>
              <a:blip r:embed="rId3">
                <a:alphaModFix amt="87000"/>
              </a:blip>
              <a:stretch>
                <a:fillRect l="0" t="-19407" r="0" b="-19407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13182063" y="0"/>
            <a:ext cx="5101506" cy="1286033"/>
          </a:xfrm>
          <a:custGeom>
            <a:avLst/>
            <a:gdLst/>
            <a:ahLst/>
            <a:cxnLst/>
            <a:rect r="r" b="b" t="t" l="l"/>
            <a:pathLst>
              <a:path h="1286033" w="5101506">
                <a:moveTo>
                  <a:pt x="0" y="0"/>
                </a:moveTo>
                <a:lnTo>
                  <a:pt x="5101506" y="0"/>
                </a:lnTo>
                <a:lnTo>
                  <a:pt x="5101506" y="1286033"/>
                </a:lnTo>
                <a:lnTo>
                  <a:pt x="0" y="128603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835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169348" y="2708974"/>
            <a:ext cx="9949304" cy="7375176"/>
          </a:xfrm>
          <a:custGeom>
            <a:avLst/>
            <a:gdLst/>
            <a:ahLst/>
            <a:cxnLst/>
            <a:rect r="r" b="b" t="t" l="l"/>
            <a:pathLst>
              <a:path h="7375176" w="9949304">
                <a:moveTo>
                  <a:pt x="0" y="0"/>
                </a:moveTo>
                <a:lnTo>
                  <a:pt x="9949304" y="0"/>
                </a:lnTo>
                <a:lnTo>
                  <a:pt x="9949304" y="7375176"/>
                </a:lnTo>
                <a:lnTo>
                  <a:pt x="0" y="737517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542846" y="1399607"/>
            <a:ext cx="15202307" cy="1309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780"/>
              </a:lnSpc>
            </a:pPr>
            <a:r>
              <a:rPr lang="en-US" b="true" sz="7700">
                <a:solidFill>
                  <a:srgbClr val="2F2311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Cronograma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67323" y="1299277"/>
            <a:ext cx="6025469" cy="43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2F2311"/>
                </a:solidFill>
                <a:latin typeface="Montserrat"/>
                <a:ea typeface="Montserrat"/>
                <a:cs typeface="Montserrat"/>
                <a:sym typeface="Montserrat"/>
              </a:rPr>
              <a:t>Proyecto “Nicolett Studio Fantasy” 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13576" y="1224280"/>
            <a:ext cx="17153354" cy="9267800"/>
            <a:chOff x="0" y="0"/>
            <a:chExt cx="2227065" cy="120326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227065" cy="1203263"/>
            </a:xfrm>
            <a:custGeom>
              <a:avLst/>
              <a:gdLst/>
              <a:ahLst/>
              <a:cxnLst/>
              <a:rect r="r" b="b" t="t" l="l"/>
              <a:pathLst>
                <a:path h="1203263" w="2227065">
                  <a:moveTo>
                    <a:pt x="45134" y="0"/>
                  </a:moveTo>
                  <a:lnTo>
                    <a:pt x="2181931" y="0"/>
                  </a:lnTo>
                  <a:cubicBezTo>
                    <a:pt x="2193901" y="0"/>
                    <a:pt x="2205381" y="4755"/>
                    <a:pt x="2213845" y="13219"/>
                  </a:cubicBezTo>
                  <a:cubicBezTo>
                    <a:pt x="2222310" y="21683"/>
                    <a:pt x="2227065" y="33163"/>
                    <a:pt x="2227065" y="45134"/>
                  </a:cubicBezTo>
                  <a:lnTo>
                    <a:pt x="2227065" y="1158129"/>
                  </a:lnTo>
                  <a:cubicBezTo>
                    <a:pt x="2227065" y="1170099"/>
                    <a:pt x="2222310" y="1181579"/>
                    <a:pt x="2213845" y="1190043"/>
                  </a:cubicBezTo>
                  <a:cubicBezTo>
                    <a:pt x="2205381" y="1198508"/>
                    <a:pt x="2193901" y="1203263"/>
                    <a:pt x="2181931" y="1203263"/>
                  </a:cubicBezTo>
                  <a:lnTo>
                    <a:pt x="45134" y="1203263"/>
                  </a:lnTo>
                  <a:cubicBezTo>
                    <a:pt x="33163" y="1203263"/>
                    <a:pt x="21684" y="1198508"/>
                    <a:pt x="13219" y="1190043"/>
                  </a:cubicBezTo>
                  <a:cubicBezTo>
                    <a:pt x="4755" y="1181579"/>
                    <a:pt x="0" y="1170099"/>
                    <a:pt x="0" y="1158129"/>
                  </a:cubicBezTo>
                  <a:lnTo>
                    <a:pt x="0" y="45134"/>
                  </a:lnTo>
                  <a:cubicBezTo>
                    <a:pt x="0" y="33163"/>
                    <a:pt x="4755" y="21684"/>
                    <a:pt x="13219" y="13219"/>
                  </a:cubicBezTo>
                  <a:cubicBezTo>
                    <a:pt x="21683" y="4755"/>
                    <a:pt x="33163" y="0"/>
                    <a:pt x="45134" y="0"/>
                  </a:cubicBezTo>
                  <a:close/>
                </a:path>
              </a:pathLst>
            </a:custGeom>
            <a:blipFill>
              <a:blip r:embed="rId3">
                <a:alphaModFix amt="87000"/>
              </a:blip>
              <a:stretch>
                <a:fillRect l="0" t="-19407" r="0" b="-19407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13182063" y="0"/>
            <a:ext cx="5101506" cy="1286033"/>
          </a:xfrm>
          <a:custGeom>
            <a:avLst/>
            <a:gdLst/>
            <a:ahLst/>
            <a:cxnLst/>
            <a:rect r="r" b="b" t="t" l="l"/>
            <a:pathLst>
              <a:path h="1286033" w="5101506">
                <a:moveTo>
                  <a:pt x="0" y="0"/>
                </a:moveTo>
                <a:lnTo>
                  <a:pt x="5101506" y="0"/>
                </a:lnTo>
                <a:lnTo>
                  <a:pt x="5101506" y="1286033"/>
                </a:lnTo>
                <a:lnTo>
                  <a:pt x="0" y="128603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835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629116" y="2497737"/>
            <a:ext cx="10177885" cy="7620155"/>
          </a:xfrm>
          <a:custGeom>
            <a:avLst/>
            <a:gdLst/>
            <a:ahLst/>
            <a:cxnLst/>
            <a:rect r="r" b="b" t="t" l="l"/>
            <a:pathLst>
              <a:path h="7620155" w="10177885">
                <a:moveTo>
                  <a:pt x="0" y="0"/>
                </a:moveTo>
                <a:lnTo>
                  <a:pt x="10177885" y="0"/>
                </a:lnTo>
                <a:lnTo>
                  <a:pt x="10177885" y="7620155"/>
                </a:lnTo>
                <a:lnTo>
                  <a:pt x="0" y="76201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832" t="0" r="-1832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431030" y="1081405"/>
            <a:ext cx="15957064" cy="1309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780"/>
              </a:lnSpc>
            </a:pPr>
            <a:r>
              <a:rPr lang="en-US" b="true" sz="7700">
                <a:solidFill>
                  <a:srgbClr val="2F2311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 Arquitectura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67323" y="785495"/>
            <a:ext cx="6025469" cy="43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2F2311"/>
                </a:solidFill>
                <a:latin typeface="Montserrat"/>
                <a:ea typeface="Montserrat"/>
                <a:cs typeface="Montserrat"/>
                <a:sym typeface="Montserrat"/>
              </a:rPr>
              <a:t>Proyecto “Nicolett Studio Fantasy” 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42121" y="1182596"/>
            <a:ext cx="17153354" cy="9267800"/>
            <a:chOff x="0" y="0"/>
            <a:chExt cx="2227065" cy="120326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227065" cy="1203263"/>
            </a:xfrm>
            <a:custGeom>
              <a:avLst/>
              <a:gdLst/>
              <a:ahLst/>
              <a:cxnLst/>
              <a:rect r="r" b="b" t="t" l="l"/>
              <a:pathLst>
                <a:path h="1203263" w="2227065">
                  <a:moveTo>
                    <a:pt x="45134" y="0"/>
                  </a:moveTo>
                  <a:lnTo>
                    <a:pt x="2181931" y="0"/>
                  </a:lnTo>
                  <a:cubicBezTo>
                    <a:pt x="2193901" y="0"/>
                    <a:pt x="2205381" y="4755"/>
                    <a:pt x="2213845" y="13219"/>
                  </a:cubicBezTo>
                  <a:cubicBezTo>
                    <a:pt x="2222310" y="21683"/>
                    <a:pt x="2227065" y="33163"/>
                    <a:pt x="2227065" y="45134"/>
                  </a:cubicBezTo>
                  <a:lnTo>
                    <a:pt x="2227065" y="1158129"/>
                  </a:lnTo>
                  <a:cubicBezTo>
                    <a:pt x="2227065" y="1170099"/>
                    <a:pt x="2222310" y="1181579"/>
                    <a:pt x="2213845" y="1190043"/>
                  </a:cubicBezTo>
                  <a:cubicBezTo>
                    <a:pt x="2205381" y="1198508"/>
                    <a:pt x="2193901" y="1203263"/>
                    <a:pt x="2181931" y="1203263"/>
                  </a:cubicBezTo>
                  <a:lnTo>
                    <a:pt x="45134" y="1203263"/>
                  </a:lnTo>
                  <a:cubicBezTo>
                    <a:pt x="33163" y="1203263"/>
                    <a:pt x="21684" y="1198508"/>
                    <a:pt x="13219" y="1190043"/>
                  </a:cubicBezTo>
                  <a:cubicBezTo>
                    <a:pt x="4755" y="1181579"/>
                    <a:pt x="0" y="1170099"/>
                    <a:pt x="0" y="1158129"/>
                  </a:cubicBezTo>
                  <a:lnTo>
                    <a:pt x="0" y="45134"/>
                  </a:lnTo>
                  <a:cubicBezTo>
                    <a:pt x="0" y="33163"/>
                    <a:pt x="4755" y="21684"/>
                    <a:pt x="13219" y="13219"/>
                  </a:cubicBezTo>
                  <a:cubicBezTo>
                    <a:pt x="21683" y="4755"/>
                    <a:pt x="33163" y="0"/>
                    <a:pt x="45134" y="0"/>
                  </a:cubicBezTo>
                  <a:close/>
                </a:path>
              </a:pathLst>
            </a:custGeom>
            <a:blipFill>
              <a:blip r:embed="rId3">
                <a:alphaModFix amt="87000"/>
              </a:blip>
              <a:stretch>
                <a:fillRect l="0" t="-19407" r="0" b="-19407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13182063" y="0"/>
            <a:ext cx="5101506" cy="1286033"/>
          </a:xfrm>
          <a:custGeom>
            <a:avLst/>
            <a:gdLst/>
            <a:ahLst/>
            <a:cxnLst/>
            <a:rect r="r" b="b" t="t" l="l"/>
            <a:pathLst>
              <a:path h="1286033" w="5101506">
                <a:moveTo>
                  <a:pt x="0" y="0"/>
                </a:moveTo>
                <a:lnTo>
                  <a:pt x="5101506" y="0"/>
                </a:lnTo>
                <a:lnTo>
                  <a:pt x="5101506" y="1286033"/>
                </a:lnTo>
                <a:lnTo>
                  <a:pt x="0" y="128603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835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504780" y="2496395"/>
            <a:ext cx="13228036" cy="6640202"/>
          </a:xfrm>
          <a:custGeom>
            <a:avLst/>
            <a:gdLst/>
            <a:ahLst/>
            <a:cxnLst/>
            <a:rect r="r" b="b" t="t" l="l"/>
            <a:pathLst>
              <a:path h="6640202" w="13228036">
                <a:moveTo>
                  <a:pt x="0" y="0"/>
                </a:moveTo>
                <a:lnTo>
                  <a:pt x="13228036" y="0"/>
                </a:lnTo>
                <a:lnTo>
                  <a:pt x="13228036" y="6640202"/>
                </a:lnTo>
                <a:lnTo>
                  <a:pt x="0" y="664020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542846" y="1081405"/>
            <a:ext cx="15202307" cy="1309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780"/>
              </a:lnSpc>
            </a:pPr>
            <a:r>
              <a:rPr lang="en-US" b="true" sz="7700">
                <a:solidFill>
                  <a:srgbClr val="2F2311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Modelo de base de datos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67323" y="785495"/>
            <a:ext cx="6025469" cy="43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2F2311"/>
                </a:solidFill>
                <a:latin typeface="Montserrat"/>
                <a:ea typeface="Montserrat"/>
                <a:cs typeface="Montserrat"/>
                <a:sym typeface="Montserrat"/>
              </a:rPr>
              <a:t>Proyecto “Nicolett Studio Fantasy” 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67323" y="509600"/>
            <a:ext cx="17153354" cy="9267800"/>
            <a:chOff x="0" y="0"/>
            <a:chExt cx="2227065" cy="120326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227065" cy="1203263"/>
            </a:xfrm>
            <a:custGeom>
              <a:avLst/>
              <a:gdLst/>
              <a:ahLst/>
              <a:cxnLst/>
              <a:rect r="r" b="b" t="t" l="l"/>
              <a:pathLst>
                <a:path h="1203263" w="2227065">
                  <a:moveTo>
                    <a:pt x="45134" y="0"/>
                  </a:moveTo>
                  <a:lnTo>
                    <a:pt x="2181931" y="0"/>
                  </a:lnTo>
                  <a:cubicBezTo>
                    <a:pt x="2193901" y="0"/>
                    <a:pt x="2205381" y="4755"/>
                    <a:pt x="2213845" y="13219"/>
                  </a:cubicBezTo>
                  <a:cubicBezTo>
                    <a:pt x="2222310" y="21683"/>
                    <a:pt x="2227065" y="33163"/>
                    <a:pt x="2227065" y="45134"/>
                  </a:cubicBezTo>
                  <a:lnTo>
                    <a:pt x="2227065" y="1158129"/>
                  </a:lnTo>
                  <a:cubicBezTo>
                    <a:pt x="2227065" y="1170099"/>
                    <a:pt x="2222310" y="1181579"/>
                    <a:pt x="2213845" y="1190043"/>
                  </a:cubicBezTo>
                  <a:cubicBezTo>
                    <a:pt x="2205381" y="1198508"/>
                    <a:pt x="2193901" y="1203263"/>
                    <a:pt x="2181931" y="1203263"/>
                  </a:cubicBezTo>
                  <a:lnTo>
                    <a:pt x="45134" y="1203263"/>
                  </a:lnTo>
                  <a:cubicBezTo>
                    <a:pt x="33163" y="1203263"/>
                    <a:pt x="21684" y="1198508"/>
                    <a:pt x="13219" y="1190043"/>
                  </a:cubicBezTo>
                  <a:cubicBezTo>
                    <a:pt x="4755" y="1181579"/>
                    <a:pt x="0" y="1170099"/>
                    <a:pt x="0" y="1158129"/>
                  </a:cubicBezTo>
                  <a:lnTo>
                    <a:pt x="0" y="45134"/>
                  </a:lnTo>
                  <a:cubicBezTo>
                    <a:pt x="0" y="33163"/>
                    <a:pt x="4755" y="21684"/>
                    <a:pt x="13219" y="13219"/>
                  </a:cubicBezTo>
                  <a:cubicBezTo>
                    <a:pt x="21683" y="4755"/>
                    <a:pt x="33163" y="0"/>
                    <a:pt x="45134" y="0"/>
                  </a:cubicBezTo>
                  <a:close/>
                </a:path>
              </a:pathLst>
            </a:custGeom>
            <a:blipFill>
              <a:blip r:embed="rId3">
                <a:alphaModFix amt="87000"/>
              </a:blip>
              <a:stretch>
                <a:fillRect l="0" t="-19407" r="0" b="-19407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13182063" y="0"/>
            <a:ext cx="5101506" cy="1286033"/>
          </a:xfrm>
          <a:custGeom>
            <a:avLst/>
            <a:gdLst/>
            <a:ahLst/>
            <a:cxnLst/>
            <a:rect r="r" b="b" t="t" l="l"/>
            <a:pathLst>
              <a:path h="1286033" w="5101506">
                <a:moveTo>
                  <a:pt x="0" y="0"/>
                </a:moveTo>
                <a:lnTo>
                  <a:pt x="5101506" y="0"/>
                </a:lnTo>
                <a:lnTo>
                  <a:pt x="5101506" y="1286033"/>
                </a:lnTo>
                <a:lnTo>
                  <a:pt x="0" y="128603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835" b="0"/>
            </a:stretch>
          </a:blipFill>
        </p:spPr>
      </p:sp>
      <p:graphicFrame>
        <p:nvGraphicFramePr>
          <p:cNvPr name="Object 6" id="6"/>
          <p:cNvGraphicFramePr/>
          <p:nvPr/>
        </p:nvGraphicFramePr>
        <p:xfrm>
          <a:off x="2298963" y="3329551"/>
          <a:ext cx="7561613" cy="8229600"/>
        </p:xfrm>
        <a:graphic>
          <a:graphicData uri="http://schemas.openxmlformats.org/presentationml/2006/ole">
            <p:oleObj imgW="9207500" imgH="9867900" r:id="rId6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5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7" id="7"/>
          <p:cNvSpPr txBox="true"/>
          <p:nvPr/>
        </p:nvSpPr>
        <p:spPr>
          <a:xfrm rot="0">
            <a:off x="1542846" y="1399607"/>
            <a:ext cx="15202307" cy="1309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780"/>
              </a:lnSpc>
            </a:pPr>
            <a:r>
              <a:rPr lang="en-US" b="true" sz="7700">
                <a:solidFill>
                  <a:srgbClr val="2F2311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Tecnologias Utilizadas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67323" y="785495"/>
            <a:ext cx="6025469" cy="43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2F2311"/>
                </a:solidFill>
                <a:latin typeface="Montserrat"/>
                <a:ea typeface="Montserrat"/>
                <a:cs typeface="Montserrat"/>
                <a:sym typeface="Montserrat"/>
              </a:rPr>
              <a:t>Proyecto “Nicolett Studio Fantasy” 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67323" y="509600"/>
            <a:ext cx="17153354" cy="9267800"/>
            <a:chOff x="0" y="0"/>
            <a:chExt cx="2227065" cy="1203263"/>
          </a:xfrm>
        </p:grpSpPr>
        <p:sp>
          <p:nvSpPr>
            <p:cNvPr name="Freeform 4" id="4"/>
            <p:cNvSpPr/>
            <p:nvPr/>
          </p:nvSpPr>
          <p:spPr>
            <a:xfrm flipH="true" flipV="false" rot="0">
              <a:off x="0" y="0"/>
              <a:ext cx="2227065" cy="1203263"/>
            </a:xfrm>
            <a:custGeom>
              <a:avLst/>
              <a:gdLst/>
              <a:ahLst/>
              <a:cxnLst/>
              <a:rect r="r" b="b" t="t" l="l"/>
              <a:pathLst>
                <a:path h="1203263" w="2227065">
                  <a:moveTo>
                    <a:pt x="2181931" y="0"/>
                  </a:moveTo>
                  <a:lnTo>
                    <a:pt x="45133" y="0"/>
                  </a:lnTo>
                  <a:cubicBezTo>
                    <a:pt x="33163" y="0"/>
                    <a:pt x="21684" y="4755"/>
                    <a:pt x="13219" y="13219"/>
                  </a:cubicBezTo>
                  <a:cubicBezTo>
                    <a:pt x="4755" y="21683"/>
                    <a:pt x="0" y="33163"/>
                    <a:pt x="0" y="45134"/>
                  </a:cubicBezTo>
                  <a:lnTo>
                    <a:pt x="0" y="1158129"/>
                  </a:lnTo>
                  <a:cubicBezTo>
                    <a:pt x="0" y="1170099"/>
                    <a:pt x="4755" y="1181579"/>
                    <a:pt x="13219" y="1190043"/>
                  </a:cubicBezTo>
                  <a:cubicBezTo>
                    <a:pt x="21684" y="1198508"/>
                    <a:pt x="33163" y="1203263"/>
                    <a:pt x="45133" y="1203263"/>
                  </a:cubicBezTo>
                  <a:lnTo>
                    <a:pt x="2181931" y="1203263"/>
                  </a:lnTo>
                  <a:cubicBezTo>
                    <a:pt x="2193901" y="1203263"/>
                    <a:pt x="2205381" y="1198508"/>
                    <a:pt x="2213846" y="1190043"/>
                  </a:cubicBezTo>
                  <a:cubicBezTo>
                    <a:pt x="2222310" y="1181579"/>
                    <a:pt x="2227065" y="1170099"/>
                    <a:pt x="2227065" y="1158129"/>
                  </a:cubicBezTo>
                  <a:lnTo>
                    <a:pt x="2227065" y="45134"/>
                  </a:lnTo>
                  <a:cubicBezTo>
                    <a:pt x="2227065" y="33163"/>
                    <a:pt x="2222310" y="21684"/>
                    <a:pt x="2213846" y="13219"/>
                  </a:cubicBezTo>
                  <a:cubicBezTo>
                    <a:pt x="2205381" y="4755"/>
                    <a:pt x="2193901" y="0"/>
                    <a:pt x="2181931" y="0"/>
                  </a:cubicBezTo>
                  <a:close/>
                </a:path>
              </a:pathLst>
            </a:custGeom>
            <a:blipFill>
              <a:blip r:embed="rId3">
                <a:alphaModFix amt="87000"/>
              </a:blip>
              <a:stretch>
                <a:fillRect l="0" t="-19407" r="0" b="-19407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1542846" y="4398329"/>
            <a:ext cx="15202307" cy="1524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b="true" sz="8999">
                <a:solidFill>
                  <a:srgbClr val="2F2311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Mockups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3182063" y="0"/>
            <a:ext cx="5101506" cy="1286033"/>
          </a:xfrm>
          <a:custGeom>
            <a:avLst/>
            <a:gdLst/>
            <a:ahLst/>
            <a:cxnLst/>
            <a:rect r="r" b="b" t="t" l="l"/>
            <a:pathLst>
              <a:path h="1286033" w="5101506">
                <a:moveTo>
                  <a:pt x="0" y="0"/>
                </a:moveTo>
                <a:lnTo>
                  <a:pt x="5101506" y="0"/>
                </a:lnTo>
                <a:lnTo>
                  <a:pt x="5101506" y="1286033"/>
                </a:lnTo>
                <a:lnTo>
                  <a:pt x="0" y="128603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835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67323" y="785495"/>
            <a:ext cx="6025469" cy="43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2F2311"/>
                </a:solidFill>
                <a:latin typeface="Montserrat"/>
                <a:ea typeface="Montserrat"/>
                <a:cs typeface="Montserrat"/>
                <a:sym typeface="Montserrat"/>
              </a:rPr>
              <a:t>Proyecto “Nicolett Studio Fantasy” 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-135446" t="-178873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1690797"/>
            <a:ext cx="18288000" cy="8596203"/>
          </a:xfrm>
          <a:custGeom>
            <a:avLst/>
            <a:gdLst/>
            <a:ahLst/>
            <a:cxnLst/>
            <a:rect r="r" b="b" t="t" l="l"/>
            <a:pathLst>
              <a:path h="8596203" w="18288000">
                <a:moveTo>
                  <a:pt x="0" y="0"/>
                </a:moveTo>
                <a:lnTo>
                  <a:pt x="18288000" y="0"/>
                </a:lnTo>
                <a:lnTo>
                  <a:pt x="18288000" y="8596203"/>
                </a:lnTo>
                <a:lnTo>
                  <a:pt x="0" y="859620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182063" y="0"/>
            <a:ext cx="5101506" cy="1286033"/>
          </a:xfrm>
          <a:custGeom>
            <a:avLst/>
            <a:gdLst/>
            <a:ahLst/>
            <a:cxnLst/>
            <a:rect r="r" b="b" t="t" l="l"/>
            <a:pathLst>
              <a:path h="1286033" w="5101506">
                <a:moveTo>
                  <a:pt x="0" y="0"/>
                </a:moveTo>
                <a:lnTo>
                  <a:pt x="5101506" y="0"/>
                </a:lnTo>
                <a:lnTo>
                  <a:pt x="5101506" y="1286033"/>
                </a:lnTo>
                <a:lnTo>
                  <a:pt x="0" y="128603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835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67323" y="785495"/>
            <a:ext cx="6025469" cy="43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2F2311"/>
                </a:solidFill>
                <a:latin typeface="Montserrat"/>
                <a:ea typeface="Montserrat"/>
                <a:cs typeface="Montserrat"/>
                <a:sym typeface="Montserrat"/>
              </a:rPr>
              <a:t>Proyecto “Nicolett Studio Fantasy”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331022" y="118132"/>
            <a:ext cx="5112812" cy="1277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408"/>
              </a:lnSpc>
            </a:pPr>
            <a:r>
              <a:rPr lang="en-US" b="true" sz="7434">
                <a:solidFill>
                  <a:srgbClr val="2F2311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Cliente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182063" y="0"/>
            <a:ext cx="5101506" cy="1286033"/>
          </a:xfrm>
          <a:custGeom>
            <a:avLst/>
            <a:gdLst/>
            <a:ahLst/>
            <a:cxnLst/>
            <a:rect r="r" b="b" t="t" l="l"/>
            <a:pathLst>
              <a:path h="1286033" w="5101506">
                <a:moveTo>
                  <a:pt x="0" y="0"/>
                </a:moveTo>
                <a:lnTo>
                  <a:pt x="5101506" y="0"/>
                </a:lnTo>
                <a:lnTo>
                  <a:pt x="5101506" y="1286033"/>
                </a:lnTo>
                <a:lnTo>
                  <a:pt x="0" y="12860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835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1635204"/>
            <a:ext cx="18283569" cy="8651796"/>
          </a:xfrm>
          <a:custGeom>
            <a:avLst/>
            <a:gdLst/>
            <a:ahLst/>
            <a:cxnLst/>
            <a:rect r="r" b="b" t="t" l="l"/>
            <a:pathLst>
              <a:path h="8651796" w="18283569">
                <a:moveTo>
                  <a:pt x="0" y="0"/>
                </a:moveTo>
                <a:lnTo>
                  <a:pt x="18283569" y="0"/>
                </a:lnTo>
                <a:lnTo>
                  <a:pt x="18283569" y="8651796"/>
                </a:lnTo>
                <a:lnTo>
                  <a:pt x="0" y="865179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67323" y="785495"/>
            <a:ext cx="6025469" cy="43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2F2311"/>
                </a:solidFill>
                <a:latin typeface="Montserrat"/>
                <a:ea typeface="Montserrat"/>
                <a:cs typeface="Montserrat"/>
                <a:sym typeface="Montserrat"/>
              </a:rPr>
              <a:t>Proyecto “Nicolett Studio Fantasy” 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182063" y="0"/>
            <a:ext cx="5101506" cy="1286033"/>
          </a:xfrm>
          <a:custGeom>
            <a:avLst/>
            <a:gdLst/>
            <a:ahLst/>
            <a:cxnLst/>
            <a:rect r="r" b="b" t="t" l="l"/>
            <a:pathLst>
              <a:path h="1286033" w="5101506">
                <a:moveTo>
                  <a:pt x="0" y="0"/>
                </a:moveTo>
                <a:lnTo>
                  <a:pt x="5101506" y="0"/>
                </a:lnTo>
                <a:lnTo>
                  <a:pt x="5101506" y="1286033"/>
                </a:lnTo>
                <a:lnTo>
                  <a:pt x="0" y="12860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835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1635204"/>
            <a:ext cx="18283569" cy="8651796"/>
          </a:xfrm>
          <a:custGeom>
            <a:avLst/>
            <a:gdLst/>
            <a:ahLst/>
            <a:cxnLst/>
            <a:rect r="r" b="b" t="t" l="l"/>
            <a:pathLst>
              <a:path h="8651796" w="18283569">
                <a:moveTo>
                  <a:pt x="0" y="0"/>
                </a:moveTo>
                <a:lnTo>
                  <a:pt x="18283569" y="0"/>
                </a:lnTo>
                <a:lnTo>
                  <a:pt x="18283569" y="8651796"/>
                </a:lnTo>
                <a:lnTo>
                  <a:pt x="0" y="865179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67323" y="785495"/>
            <a:ext cx="6025469" cy="43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2F2311"/>
                </a:solidFill>
                <a:latin typeface="Montserrat"/>
                <a:ea typeface="Montserrat"/>
                <a:cs typeface="Montserrat"/>
                <a:sym typeface="Montserrat"/>
              </a:rPr>
              <a:t>Proyecto “Nicolett Studio Fantasy” 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182063" y="0"/>
            <a:ext cx="5101506" cy="1286033"/>
          </a:xfrm>
          <a:custGeom>
            <a:avLst/>
            <a:gdLst/>
            <a:ahLst/>
            <a:cxnLst/>
            <a:rect r="r" b="b" t="t" l="l"/>
            <a:pathLst>
              <a:path h="1286033" w="5101506">
                <a:moveTo>
                  <a:pt x="0" y="0"/>
                </a:moveTo>
                <a:lnTo>
                  <a:pt x="5101506" y="0"/>
                </a:lnTo>
                <a:lnTo>
                  <a:pt x="5101506" y="1286033"/>
                </a:lnTo>
                <a:lnTo>
                  <a:pt x="0" y="12860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835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1759061"/>
            <a:ext cx="18288000" cy="8527939"/>
          </a:xfrm>
          <a:custGeom>
            <a:avLst/>
            <a:gdLst/>
            <a:ahLst/>
            <a:cxnLst/>
            <a:rect r="r" b="b" t="t" l="l"/>
            <a:pathLst>
              <a:path h="8527939" w="18288000">
                <a:moveTo>
                  <a:pt x="0" y="0"/>
                </a:moveTo>
                <a:lnTo>
                  <a:pt x="18288000" y="0"/>
                </a:lnTo>
                <a:lnTo>
                  <a:pt x="18288000" y="8527939"/>
                </a:lnTo>
                <a:lnTo>
                  <a:pt x="0" y="85279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67323" y="785495"/>
            <a:ext cx="6025469" cy="43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2F2311"/>
                </a:solidFill>
                <a:latin typeface="Montserrat"/>
                <a:ea typeface="Montserrat"/>
                <a:cs typeface="Montserrat"/>
                <a:sym typeface="Montserrat"/>
              </a:rPr>
              <a:t>Proyecto “Nicolett Studio Fantasy” 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182063" y="0"/>
            <a:ext cx="5101506" cy="1286033"/>
          </a:xfrm>
          <a:custGeom>
            <a:avLst/>
            <a:gdLst/>
            <a:ahLst/>
            <a:cxnLst/>
            <a:rect r="r" b="b" t="t" l="l"/>
            <a:pathLst>
              <a:path h="1286033" w="5101506">
                <a:moveTo>
                  <a:pt x="0" y="0"/>
                </a:moveTo>
                <a:lnTo>
                  <a:pt x="5101506" y="0"/>
                </a:lnTo>
                <a:lnTo>
                  <a:pt x="5101506" y="1286033"/>
                </a:lnTo>
                <a:lnTo>
                  <a:pt x="0" y="12860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835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1678019"/>
            <a:ext cx="18283569" cy="8608981"/>
          </a:xfrm>
          <a:custGeom>
            <a:avLst/>
            <a:gdLst/>
            <a:ahLst/>
            <a:cxnLst/>
            <a:rect r="r" b="b" t="t" l="l"/>
            <a:pathLst>
              <a:path h="8608981" w="18283569">
                <a:moveTo>
                  <a:pt x="0" y="0"/>
                </a:moveTo>
                <a:lnTo>
                  <a:pt x="18283569" y="0"/>
                </a:lnTo>
                <a:lnTo>
                  <a:pt x="18283569" y="8608981"/>
                </a:lnTo>
                <a:lnTo>
                  <a:pt x="0" y="860898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67323" y="785495"/>
            <a:ext cx="6025469" cy="43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2F2311"/>
                </a:solidFill>
                <a:latin typeface="Montserrat"/>
                <a:ea typeface="Montserrat"/>
                <a:cs typeface="Montserrat"/>
                <a:sym typeface="Montserrat"/>
              </a:rPr>
              <a:t>Proyecto “Nicolett Studio Fantasy” 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182063" y="0"/>
            <a:ext cx="5101506" cy="1286033"/>
          </a:xfrm>
          <a:custGeom>
            <a:avLst/>
            <a:gdLst/>
            <a:ahLst/>
            <a:cxnLst/>
            <a:rect r="r" b="b" t="t" l="l"/>
            <a:pathLst>
              <a:path h="1286033" w="5101506">
                <a:moveTo>
                  <a:pt x="0" y="0"/>
                </a:moveTo>
                <a:lnTo>
                  <a:pt x="5101506" y="0"/>
                </a:lnTo>
                <a:lnTo>
                  <a:pt x="5101506" y="1286033"/>
                </a:lnTo>
                <a:lnTo>
                  <a:pt x="0" y="12860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835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1655289"/>
            <a:ext cx="18288000" cy="8631711"/>
          </a:xfrm>
          <a:custGeom>
            <a:avLst/>
            <a:gdLst/>
            <a:ahLst/>
            <a:cxnLst/>
            <a:rect r="r" b="b" t="t" l="l"/>
            <a:pathLst>
              <a:path h="8631711" w="18288000">
                <a:moveTo>
                  <a:pt x="0" y="0"/>
                </a:moveTo>
                <a:lnTo>
                  <a:pt x="18288000" y="0"/>
                </a:lnTo>
                <a:lnTo>
                  <a:pt x="18288000" y="8631711"/>
                </a:lnTo>
                <a:lnTo>
                  <a:pt x="0" y="863171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67323" y="785495"/>
            <a:ext cx="6025469" cy="43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2F2311"/>
                </a:solidFill>
                <a:latin typeface="Montserrat"/>
                <a:ea typeface="Montserrat"/>
                <a:cs typeface="Montserrat"/>
                <a:sym typeface="Montserrat"/>
              </a:rPr>
              <a:t>Proyecto “Nicolett Studio Fantasy” 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182063" y="0"/>
            <a:ext cx="5101506" cy="1286033"/>
          </a:xfrm>
          <a:custGeom>
            <a:avLst/>
            <a:gdLst/>
            <a:ahLst/>
            <a:cxnLst/>
            <a:rect r="r" b="b" t="t" l="l"/>
            <a:pathLst>
              <a:path h="1286033" w="5101506">
                <a:moveTo>
                  <a:pt x="0" y="0"/>
                </a:moveTo>
                <a:lnTo>
                  <a:pt x="5101506" y="0"/>
                </a:lnTo>
                <a:lnTo>
                  <a:pt x="5101506" y="1286033"/>
                </a:lnTo>
                <a:lnTo>
                  <a:pt x="0" y="12860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835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1675116"/>
            <a:ext cx="18288000" cy="8611884"/>
          </a:xfrm>
          <a:custGeom>
            <a:avLst/>
            <a:gdLst/>
            <a:ahLst/>
            <a:cxnLst/>
            <a:rect r="r" b="b" t="t" l="l"/>
            <a:pathLst>
              <a:path h="8611884" w="18288000">
                <a:moveTo>
                  <a:pt x="0" y="0"/>
                </a:moveTo>
                <a:lnTo>
                  <a:pt x="18288000" y="0"/>
                </a:lnTo>
                <a:lnTo>
                  <a:pt x="18288000" y="8611884"/>
                </a:lnTo>
                <a:lnTo>
                  <a:pt x="0" y="86118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67323" y="785495"/>
            <a:ext cx="6025469" cy="43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2F2311"/>
                </a:solidFill>
                <a:latin typeface="Montserrat"/>
                <a:ea typeface="Montserrat"/>
                <a:cs typeface="Montserrat"/>
                <a:sym typeface="Montserrat"/>
              </a:rPr>
              <a:t>Proyecto “Nicolett Studio Fantasy” 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182063" y="0"/>
            <a:ext cx="5101506" cy="1286033"/>
          </a:xfrm>
          <a:custGeom>
            <a:avLst/>
            <a:gdLst/>
            <a:ahLst/>
            <a:cxnLst/>
            <a:rect r="r" b="b" t="t" l="l"/>
            <a:pathLst>
              <a:path h="1286033" w="5101506">
                <a:moveTo>
                  <a:pt x="0" y="0"/>
                </a:moveTo>
                <a:lnTo>
                  <a:pt x="5101506" y="0"/>
                </a:lnTo>
                <a:lnTo>
                  <a:pt x="5101506" y="1286033"/>
                </a:lnTo>
                <a:lnTo>
                  <a:pt x="0" y="12860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835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1670605"/>
            <a:ext cx="18283569" cy="8616395"/>
          </a:xfrm>
          <a:custGeom>
            <a:avLst/>
            <a:gdLst/>
            <a:ahLst/>
            <a:cxnLst/>
            <a:rect r="r" b="b" t="t" l="l"/>
            <a:pathLst>
              <a:path h="8616395" w="18283569">
                <a:moveTo>
                  <a:pt x="0" y="0"/>
                </a:moveTo>
                <a:lnTo>
                  <a:pt x="18283569" y="0"/>
                </a:lnTo>
                <a:lnTo>
                  <a:pt x="18283569" y="8616395"/>
                </a:lnTo>
                <a:lnTo>
                  <a:pt x="0" y="86163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67323" y="785495"/>
            <a:ext cx="6025469" cy="43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2F2311"/>
                </a:solidFill>
                <a:latin typeface="Montserrat"/>
                <a:ea typeface="Montserrat"/>
                <a:cs typeface="Montserrat"/>
                <a:sym typeface="Montserrat"/>
              </a:rPr>
              <a:t>Proyecto “Nicolett Studio Fantasy” 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182063" y="0"/>
            <a:ext cx="5101506" cy="1286033"/>
          </a:xfrm>
          <a:custGeom>
            <a:avLst/>
            <a:gdLst/>
            <a:ahLst/>
            <a:cxnLst/>
            <a:rect r="r" b="b" t="t" l="l"/>
            <a:pathLst>
              <a:path h="1286033" w="5101506">
                <a:moveTo>
                  <a:pt x="0" y="0"/>
                </a:moveTo>
                <a:lnTo>
                  <a:pt x="5101506" y="0"/>
                </a:lnTo>
                <a:lnTo>
                  <a:pt x="5101506" y="1286033"/>
                </a:lnTo>
                <a:lnTo>
                  <a:pt x="0" y="12860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835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1692040"/>
            <a:ext cx="18283569" cy="8594960"/>
          </a:xfrm>
          <a:custGeom>
            <a:avLst/>
            <a:gdLst/>
            <a:ahLst/>
            <a:cxnLst/>
            <a:rect r="r" b="b" t="t" l="l"/>
            <a:pathLst>
              <a:path h="8594960" w="18283569">
                <a:moveTo>
                  <a:pt x="0" y="0"/>
                </a:moveTo>
                <a:lnTo>
                  <a:pt x="18283569" y="0"/>
                </a:lnTo>
                <a:lnTo>
                  <a:pt x="18283569" y="8594960"/>
                </a:lnTo>
                <a:lnTo>
                  <a:pt x="0" y="85949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67323" y="785495"/>
            <a:ext cx="6025469" cy="43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2F2311"/>
                </a:solidFill>
                <a:latin typeface="Montserrat"/>
                <a:ea typeface="Montserrat"/>
                <a:cs typeface="Montserrat"/>
                <a:sym typeface="Montserrat"/>
              </a:rPr>
              <a:t>Proyecto “Nicolett Studio Fantasy” 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-161346" t="-200328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182063" y="0"/>
            <a:ext cx="5101506" cy="1286033"/>
          </a:xfrm>
          <a:custGeom>
            <a:avLst/>
            <a:gdLst/>
            <a:ahLst/>
            <a:cxnLst/>
            <a:rect r="r" b="b" t="t" l="l"/>
            <a:pathLst>
              <a:path h="1286033" w="5101506">
                <a:moveTo>
                  <a:pt x="0" y="0"/>
                </a:moveTo>
                <a:lnTo>
                  <a:pt x="5101506" y="0"/>
                </a:lnTo>
                <a:lnTo>
                  <a:pt x="5101506" y="1286033"/>
                </a:lnTo>
                <a:lnTo>
                  <a:pt x="0" y="12860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835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1634455"/>
            <a:ext cx="18283569" cy="8652545"/>
          </a:xfrm>
          <a:custGeom>
            <a:avLst/>
            <a:gdLst/>
            <a:ahLst/>
            <a:cxnLst/>
            <a:rect r="r" b="b" t="t" l="l"/>
            <a:pathLst>
              <a:path h="8652545" w="18283569">
                <a:moveTo>
                  <a:pt x="0" y="0"/>
                </a:moveTo>
                <a:lnTo>
                  <a:pt x="18283569" y="0"/>
                </a:lnTo>
                <a:lnTo>
                  <a:pt x="18283569" y="8652545"/>
                </a:lnTo>
                <a:lnTo>
                  <a:pt x="0" y="865254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67323" y="785495"/>
            <a:ext cx="6025469" cy="43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2F2311"/>
                </a:solidFill>
                <a:latin typeface="Montserrat"/>
                <a:ea typeface="Montserrat"/>
                <a:cs typeface="Montserrat"/>
                <a:sym typeface="Montserrat"/>
              </a:rPr>
              <a:t>Proyecto “Nicolett Studio Fantasy”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961907" y="118132"/>
            <a:ext cx="5851042" cy="1277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408"/>
              </a:lnSpc>
            </a:pPr>
            <a:r>
              <a:rPr lang="en-US" b="true" sz="7434">
                <a:solidFill>
                  <a:srgbClr val="2F2311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Profesional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182063" y="0"/>
            <a:ext cx="5101506" cy="1286033"/>
          </a:xfrm>
          <a:custGeom>
            <a:avLst/>
            <a:gdLst/>
            <a:ahLst/>
            <a:cxnLst/>
            <a:rect r="r" b="b" t="t" l="l"/>
            <a:pathLst>
              <a:path h="1286033" w="5101506">
                <a:moveTo>
                  <a:pt x="0" y="0"/>
                </a:moveTo>
                <a:lnTo>
                  <a:pt x="5101506" y="0"/>
                </a:lnTo>
                <a:lnTo>
                  <a:pt x="5101506" y="1286033"/>
                </a:lnTo>
                <a:lnTo>
                  <a:pt x="0" y="12860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835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1648433"/>
            <a:ext cx="18283569" cy="8638567"/>
          </a:xfrm>
          <a:custGeom>
            <a:avLst/>
            <a:gdLst/>
            <a:ahLst/>
            <a:cxnLst/>
            <a:rect r="r" b="b" t="t" l="l"/>
            <a:pathLst>
              <a:path h="8638567" w="18283569">
                <a:moveTo>
                  <a:pt x="0" y="0"/>
                </a:moveTo>
                <a:lnTo>
                  <a:pt x="18283569" y="0"/>
                </a:lnTo>
                <a:lnTo>
                  <a:pt x="18283569" y="8638567"/>
                </a:lnTo>
                <a:lnTo>
                  <a:pt x="0" y="863856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67323" y="785495"/>
            <a:ext cx="6025469" cy="43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2F2311"/>
                </a:solidFill>
                <a:latin typeface="Montserrat"/>
                <a:ea typeface="Montserrat"/>
                <a:cs typeface="Montserrat"/>
                <a:sym typeface="Montserrat"/>
              </a:rPr>
              <a:t>Proyecto “Nicolett Studio Fantasy” 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-139465" t="-174411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182063" y="0"/>
            <a:ext cx="5101506" cy="1286033"/>
          </a:xfrm>
          <a:custGeom>
            <a:avLst/>
            <a:gdLst/>
            <a:ahLst/>
            <a:cxnLst/>
            <a:rect r="r" b="b" t="t" l="l"/>
            <a:pathLst>
              <a:path h="1286033" w="5101506">
                <a:moveTo>
                  <a:pt x="0" y="0"/>
                </a:moveTo>
                <a:lnTo>
                  <a:pt x="5101506" y="0"/>
                </a:lnTo>
                <a:lnTo>
                  <a:pt x="5101506" y="1286033"/>
                </a:lnTo>
                <a:lnTo>
                  <a:pt x="0" y="12860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835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1690368"/>
            <a:ext cx="18283569" cy="8596632"/>
          </a:xfrm>
          <a:custGeom>
            <a:avLst/>
            <a:gdLst/>
            <a:ahLst/>
            <a:cxnLst/>
            <a:rect r="r" b="b" t="t" l="l"/>
            <a:pathLst>
              <a:path h="8596632" w="18283569">
                <a:moveTo>
                  <a:pt x="0" y="0"/>
                </a:moveTo>
                <a:lnTo>
                  <a:pt x="18283569" y="0"/>
                </a:lnTo>
                <a:lnTo>
                  <a:pt x="18283569" y="8596632"/>
                </a:lnTo>
                <a:lnTo>
                  <a:pt x="0" y="85966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67323" y="785495"/>
            <a:ext cx="6025469" cy="43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2F2311"/>
                </a:solidFill>
                <a:latin typeface="Montserrat"/>
                <a:ea typeface="Montserrat"/>
                <a:cs typeface="Montserrat"/>
                <a:sym typeface="Montserrat"/>
              </a:rPr>
              <a:t>Proyecto “Nicolett Studio Fantasy”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592792" y="457638"/>
            <a:ext cx="6447809" cy="10278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48"/>
              </a:lnSpc>
            </a:pPr>
            <a:r>
              <a:rPr lang="en-US" b="true" sz="6034">
                <a:solidFill>
                  <a:srgbClr val="2F2311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Administrador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67323" y="509600"/>
            <a:ext cx="17153354" cy="9267800"/>
            <a:chOff x="0" y="0"/>
            <a:chExt cx="2227065" cy="120326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227065" cy="1203263"/>
            </a:xfrm>
            <a:custGeom>
              <a:avLst/>
              <a:gdLst/>
              <a:ahLst/>
              <a:cxnLst/>
              <a:rect r="r" b="b" t="t" l="l"/>
              <a:pathLst>
                <a:path h="1203263" w="2227065">
                  <a:moveTo>
                    <a:pt x="45134" y="0"/>
                  </a:moveTo>
                  <a:lnTo>
                    <a:pt x="2181931" y="0"/>
                  </a:lnTo>
                  <a:cubicBezTo>
                    <a:pt x="2193901" y="0"/>
                    <a:pt x="2205381" y="4755"/>
                    <a:pt x="2213845" y="13219"/>
                  </a:cubicBezTo>
                  <a:cubicBezTo>
                    <a:pt x="2222310" y="21683"/>
                    <a:pt x="2227065" y="33163"/>
                    <a:pt x="2227065" y="45134"/>
                  </a:cubicBezTo>
                  <a:lnTo>
                    <a:pt x="2227065" y="1158129"/>
                  </a:lnTo>
                  <a:cubicBezTo>
                    <a:pt x="2227065" y="1170099"/>
                    <a:pt x="2222310" y="1181579"/>
                    <a:pt x="2213845" y="1190043"/>
                  </a:cubicBezTo>
                  <a:cubicBezTo>
                    <a:pt x="2205381" y="1198508"/>
                    <a:pt x="2193901" y="1203263"/>
                    <a:pt x="2181931" y="1203263"/>
                  </a:cubicBezTo>
                  <a:lnTo>
                    <a:pt x="45134" y="1203263"/>
                  </a:lnTo>
                  <a:cubicBezTo>
                    <a:pt x="33163" y="1203263"/>
                    <a:pt x="21684" y="1198508"/>
                    <a:pt x="13219" y="1190043"/>
                  </a:cubicBezTo>
                  <a:cubicBezTo>
                    <a:pt x="4755" y="1181579"/>
                    <a:pt x="0" y="1170099"/>
                    <a:pt x="0" y="1158129"/>
                  </a:cubicBezTo>
                  <a:lnTo>
                    <a:pt x="0" y="45134"/>
                  </a:lnTo>
                  <a:cubicBezTo>
                    <a:pt x="0" y="33163"/>
                    <a:pt x="4755" y="21684"/>
                    <a:pt x="13219" y="13219"/>
                  </a:cubicBezTo>
                  <a:cubicBezTo>
                    <a:pt x="21683" y="4755"/>
                    <a:pt x="33163" y="0"/>
                    <a:pt x="45134" y="0"/>
                  </a:cubicBezTo>
                  <a:close/>
                </a:path>
              </a:pathLst>
            </a:custGeom>
            <a:blipFill>
              <a:blip r:embed="rId3">
                <a:alphaModFix amt="87000"/>
              </a:blip>
              <a:stretch>
                <a:fillRect l="0" t="-19407" r="0" b="-19407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6423337" y="1794992"/>
            <a:ext cx="5441325" cy="6697016"/>
            <a:chOff x="0" y="0"/>
            <a:chExt cx="6604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60400" cy="812800"/>
            </a:xfrm>
            <a:custGeom>
              <a:avLst/>
              <a:gdLst/>
              <a:ahLst/>
              <a:cxnLst/>
              <a:rect r="r" b="b" t="t" l="l"/>
              <a:pathLst>
                <a:path h="812800" w="6604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28502"/>
                  </a:cubicBezTo>
                  <a:lnTo>
                    <a:pt x="660400" y="812800"/>
                  </a:lnTo>
                  <a:lnTo>
                    <a:pt x="0" y="812800"/>
                  </a:lnTo>
                  <a:lnTo>
                    <a:pt x="0" y="328861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blipFill>
              <a:blip r:embed="rId4"/>
              <a:stretch>
                <a:fillRect l="-42365" t="0" r="-42365" b="0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1028700" y="1028700"/>
            <a:ext cx="1525656" cy="1781552"/>
          </a:xfrm>
          <a:custGeom>
            <a:avLst/>
            <a:gdLst/>
            <a:ahLst/>
            <a:cxnLst/>
            <a:rect r="r" b="b" t="t" l="l"/>
            <a:pathLst>
              <a:path h="1781552" w="1525656">
                <a:moveTo>
                  <a:pt x="0" y="0"/>
                </a:moveTo>
                <a:lnTo>
                  <a:pt x="1525656" y="0"/>
                </a:lnTo>
                <a:lnTo>
                  <a:pt x="1525656" y="1781552"/>
                </a:lnTo>
                <a:lnTo>
                  <a:pt x="0" y="178155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0">
            <a:off x="15732816" y="1028700"/>
            <a:ext cx="1525656" cy="1781552"/>
          </a:xfrm>
          <a:custGeom>
            <a:avLst/>
            <a:gdLst/>
            <a:ahLst/>
            <a:cxnLst/>
            <a:rect r="r" b="b" t="t" l="l"/>
            <a:pathLst>
              <a:path h="1781552" w="1525656">
                <a:moveTo>
                  <a:pt x="1525657" y="0"/>
                </a:moveTo>
                <a:lnTo>
                  <a:pt x="0" y="0"/>
                </a:lnTo>
                <a:lnTo>
                  <a:pt x="0" y="1781552"/>
                </a:lnTo>
                <a:lnTo>
                  <a:pt x="1525657" y="1781552"/>
                </a:lnTo>
                <a:lnTo>
                  <a:pt x="1525657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10800000">
            <a:off x="15733644" y="7476748"/>
            <a:ext cx="1525656" cy="1781552"/>
          </a:xfrm>
          <a:custGeom>
            <a:avLst/>
            <a:gdLst/>
            <a:ahLst/>
            <a:cxnLst/>
            <a:rect r="r" b="b" t="t" l="l"/>
            <a:pathLst>
              <a:path h="1781552" w="1525656">
                <a:moveTo>
                  <a:pt x="0" y="0"/>
                </a:moveTo>
                <a:lnTo>
                  <a:pt x="1525656" y="0"/>
                </a:lnTo>
                <a:lnTo>
                  <a:pt x="1525656" y="1781552"/>
                </a:lnTo>
                <a:lnTo>
                  <a:pt x="0" y="178155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-10800000">
            <a:off x="1029527" y="7476748"/>
            <a:ext cx="1525656" cy="1781552"/>
          </a:xfrm>
          <a:custGeom>
            <a:avLst/>
            <a:gdLst/>
            <a:ahLst/>
            <a:cxnLst/>
            <a:rect r="r" b="b" t="t" l="l"/>
            <a:pathLst>
              <a:path h="1781552" w="1525656">
                <a:moveTo>
                  <a:pt x="1525657" y="0"/>
                </a:moveTo>
                <a:lnTo>
                  <a:pt x="0" y="0"/>
                </a:lnTo>
                <a:lnTo>
                  <a:pt x="0" y="1781552"/>
                </a:lnTo>
                <a:lnTo>
                  <a:pt x="1525657" y="1781552"/>
                </a:lnTo>
                <a:lnTo>
                  <a:pt x="1525657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-270116">
            <a:off x="3029609" y="2583564"/>
            <a:ext cx="12130983" cy="2737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82"/>
              </a:lnSpc>
            </a:pPr>
            <a:r>
              <a:rPr lang="en-US" sz="15987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Gracias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22856" y="4932450"/>
            <a:ext cx="15242287" cy="19088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539"/>
              </a:lnSpc>
            </a:pPr>
            <a:r>
              <a:rPr lang="en-US" sz="11099" spc="-22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Por su atencion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3182063" y="0"/>
            <a:ext cx="5101506" cy="1286033"/>
          </a:xfrm>
          <a:custGeom>
            <a:avLst/>
            <a:gdLst/>
            <a:ahLst/>
            <a:cxnLst/>
            <a:rect r="r" b="b" t="t" l="l"/>
            <a:pathLst>
              <a:path h="1286033" w="5101506">
                <a:moveTo>
                  <a:pt x="0" y="0"/>
                </a:moveTo>
                <a:lnTo>
                  <a:pt x="5101506" y="0"/>
                </a:lnTo>
                <a:lnTo>
                  <a:pt x="5101506" y="1286033"/>
                </a:lnTo>
                <a:lnTo>
                  <a:pt x="0" y="128603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-835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567323" y="785495"/>
            <a:ext cx="6025469" cy="43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2F2311"/>
                </a:solidFill>
                <a:latin typeface="Montserrat"/>
                <a:ea typeface="Montserrat"/>
                <a:cs typeface="Montserrat"/>
                <a:sym typeface="Montserrat"/>
              </a:rPr>
              <a:t>Proyecto “Nicolett Studio Fantasy”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DAHWu6s8r7E</dc:identifier>
  <dcterms:modified xsi:type="dcterms:W3CDTF">2011-08-01T06:04:30Z</dcterms:modified>
  <cp:revision>1</cp:revision>
  <dc:title>Presentacion 2 Capstone</dc:title>
</cp:coreProperties>
</file>